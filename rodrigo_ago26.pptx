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83" r:id="rId6"/>
  </p:sldMasterIdLst>
  <p:notesMasterIdLst>
    <p:notesMasterId r:id="rId20"/>
  </p:notesMasterIdLst>
  <p:handoutMasterIdLst>
    <p:handoutMasterId r:id="rId21"/>
  </p:handoutMasterIdLst>
  <p:sldIdLst>
    <p:sldId id="271" r:id="rId7"/>
    <p:sldId id="3344" r:id="rId8"/>
    <p:sldId id="274" r:id="rId9"/>
    <p:sldId id="3340" r:id="rId10"/>
    <p:sldId id="3345" r:id="rId11"/>
    <p:sldId id="3346" r:id="rId12"/>
    <p:sldId id="3332" r:id="rId13"/>
    <p:sldId id="3323" r:id="rId14"/>
    <p:sldId id="3339" r:id="rId15"/>
    <p:sldId id="3334" r:id="rId16"/>
    <p:sldId id="3338" r:id="rId17"/>
    <p:sldId id="3343" r:id="rId18"/>
    <p:sldId id="3342" r:id="rId19"/>
  </p:sldIdLst>
  <p:sldSz cx="12192000" cy="6858000"/>
  <p:notesSz cx="6797675" cy="9928225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879"/>
    <a:srgbClr val="2F5597"/>
    <a:srgbClr val="BFBFBF"/>
    <a:srgbClr val="1D3779"/>
    <a:srgbClr val="244494"/>
    <a:srgbClr val="0064B1"/>
    <a:srgbClr val="24A2FF"/>
    <a:srgbClr val="66CCFF"/>
    <a:srgbClr val="0092D2"/>
    <a:srgbClr val="139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490DE-A2D1-45AE-8D7C-39C9966E8F99}" v="82" dt="2026-09-25T14:48:03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Estilo com Tema 2 - Ênfas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5033" autoAdjust="0"/>
  </p:normalViewPr>
  <p:slideViewPr>
    <p:cSldViewPr snapToGrid="0">
      <p:cViewPr varScale="1">
        <p:scale>
          <a:sx n="111" d="100"/>
          <a:sy n="111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Ferreira de Carvalho" userId="b35ec19c-d537-4211-bec0-927b32a2c69a" providerId="ADAL" clId="{1158E856-A5B7-4A9A-9CB9-8ABBA1891FB1}"/>
    <pc:docChg chg="undo redo custSel addSld delSld modSld sldOrd addSection delSection">
      <pc:chgData name="Rodrigo Ferreira de Carvalho" userId="b35ec19c-d537-4211-bec0-927b32a2c69a" providerId="ADAL" clId="{1158E856-A5B7-4A9A-9CB9-8ABBA1891FB1}" dt="2026-09-25T17:25:09.973" v="14043" actId="1076"/>
      <pc:docMkLst>
        <pc:docMk/>
      </pc:docMkLst>
      <pc:sldChg chg="addSp delSp modSp mod">
        <pc:chgData name="Rodrigo Ferreira de Carvalho" userId="b35ec19c-d537-4211-bec0-927b32a2c69a" providerId="ADAL" clId="{1158E856-A5B7-4A9A-9CB9-8ABBA1891FB1}" dt="2026-09-25T11:35:52.435" v="13419" actId="20577"/>
        <pc:sldMkLst>
          <pc:docMk/>
          <pc:sldMk cId="0" sldId="271"/>
        </pc:sldMkLst>
        <pc:spChg chg="mod">
          <ac:chgData name="Rodrigo Ferreira de Carvalho" userId="b35ec19c-d537-4211-bec0-927b32a2c69a" providerId="ADAL" clId="{1158E856-A5B7-4A9A-9CB9-8ABBA1891FB1}" dt="2026-09-25T11:35:52.435" v="13419" actId="20577"/>
          <ac:spMkLst>
            <pc:docMk/>
            <pc:sldMk cId="0" sldId="271"/>
            <ac:spMk id="6" creationId="{C3D8A6A6-BDCC-44A6-A3DF-2928A1B3F309}"/>
          </ac:spMkLst>
        </pc:spChg>
      </pc:sldChg>
      <pc:sldChg chg="delSp modSp mod delAnim">
        <pc:chgData name="Rodrigo Ferreira de Carvalho" userId="b35ec19c-d537-4211-bec0-927b32a2c69a" providerId="ADAL" clId="{1158E856-A5B7-4A9A-9CB9-8ABBA1891FB1}" dt="2026-09-25T11:58:26.030" v="13624" actId="20577"/>
        <pc:sldMkLst>
          <pc:docMk/>
          <pc:sldMk cId="2069383180" sldId="274"/>
        </pc:sldMkLst>
        <pc:spChg chg="mod">
          <ac:chgData name="Rodrigo Ferreira de Carvalho" userId="b35ec19c-d537-4211-bec0-927b32a2c69a" providerId="ADAL" clId="{1158E856-A5B7-4A9A-9CB9-8ABBA1891FB1}" dt="2026-09-25T11:52:15.277" v="13536" actId="20577"/>
          <ac:spMkLst>
            <pc:docMk/>
            <pc:sldMk cId="2069383180" sldId="274"/>
            <ac:spMk id="5" creationId="{A6CFFD4A-ABDE-FBB4-D3D2-216D36D1856E}"/>
          </ac:spMkLst>
        </pc:spChg>
        <pc:spChg chg="mod">
          <ac:chgData name="Rodrigo Ferreira de Carvalho" userId="b35ec19c-d537-4211-bec0-927b32a2c69a" providerId="ADAL" clId="{1158E856-A5B7-4A9A-9CB9-8ABBA1891FB1}" dt="2026-09-25T11:56:17.870" v="13602" actId="20577"/>
          <ac:spMkLst>
            <pc:docMk/>
            <pc:sldMk cId="2069383180" sldId="274"/>
            <ac:spMk id="7" creationId="{50C2F6FE-9425-5D11-DBC4-8BEF22907B5F}"/>
          </ac:spMkLst>
        </pc:spChg>
        <pc:spChg chg="mod">
          <ac:chgData name="Rodrigo Ferreira de Carvalho" userId="b35ec19c-d537-4211-bec0-927b32a2c69a" providerId="ADAL" clId="{1158E856-A5B7-4A9A-9CB9-8ABBA1891FB1}" dt="2026-09-25T11:58:26.030" v="13624" actId="20577"/>
          <ac:spMkLst>
            <pc:docMk/>
            <pc:sldMk cId="2069383180" sldId="274"/>
            <ac:spMk id="8" creationId="{0CBD56E8-7852-DA9D-22A5-73B25E130172}"/>
          </ac:spMkLst>
        </pc:spChg>
        <pc:spChg chg="mod">
          <ac:chgData name="Rodrigo Ferreira de Carvalho" userId="b35ec19c-d537-4211-bec0-927b32a2c69a" providerId="ADAL" clId="{1158E856-A5B7-4A9A-9CB9-8ABBA1891FB1}" dt="2026-09-25T11:54:54.963" v="13569" actId="20577"/>
          <ac:spMkLst>
            <pc:docMk/>
            <pc:sldMk cId="2069383180" sldId="274"/>
            <ac:spMk id="14" creationId="{8636464E-087C-DAB5-3138-67B9F1C7FF67}"/>
          </ac:spMkLst>
        </pc:spChg>
      </pc:sldChg>
      <pc:sldChg chg="addSp delSp modSp mod">
        <pc:chgData name="Rodrigo Ferreira de Carvalho" userId="b35ec19c-d537-4211-bec0-927b32a2c69a" providerId="ADAL" clId="{1158E856-A5B7-4A9A-9CB9-8ABBA1891FB1}" dt="2026-09-25T12:41:16.118" v="13806" actId="1076"/>
        <pc:sldMkLst>
          <pc:docMk/>
          <pc:sldMk cId="3747959937" sldId="3323"/>
        </pc:sldMkLst>
        <pc:graphicFrameChg chg="del">
          <ac:chgData name="Rodrigo Ferreira de Carvalho" userId="b35ec19c-d537-4211-bec0-927b32a2c69a" providerId="ADAL" clId="{1158E856-A5B7-4A9A-9CB9-8ABBA1891FB1}" dt="2026-09-25T12:37:35.522" v="13803" actId="478"/>
          <ac:graphicFrameMkLst>
            <pc:docMk/>
            <pc:sldMk cId="3747959937" sldId="3323"/>
            <ac:graphicFrameMk id="6" creationId="{205F7AC0-2EB6-3C63-87F2-C503931BA186}"/>
          </ac:graphicFrameMkLst>
        </pc:graphicFrameChg>
        <pc:picChg chg="add mod">
          <ac:chgData name="Rodrigo Ferreira de Carvalho" userId="b35ec19c-d537-4211-bec0-927b32a2c69a" providerId="ADAL" clId="{1158E856-A5B7-4A9A-9CB9-8ABBA1891FB1}" dt="2026-09-25T12:41:16.118" v="13806" actId="1076"/>
          <ac:picMkLst>
            <pc:docMk/>
            <pc:sldMk cId="3747959937" sldId="3323"/>
            <ac:picMk id="3" creationId="{4ED2F0EA-E8A5-9296-B577-7F71F679A3C1}"/>
          </ac:picMkLst>
        </pc:picChg>
        <pc:picChg chg="add del mod">
          <ac:chgData name="Rodrigo Ferreira de Carvalho" userId="b35ec19c-d537-4211-bec0-927b32a2c69a" providerId="ADAL" clId="{1158E856-A5B7-4A9A-9CB9-8ABBA1891FB1}" dt="2026-09-25T12:37:30.306" v="13802" actId="478"/>
          <ac:picMkLst>
            <pc:docMk/>
            <pc:sldMk cId="3747959937" sldId="3323"/>
            <ac:picMk id="7" creationId="{90A3A53D-16B9-C08E-15D6-0FBD927F5196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9-25T12:36:53.051" v="13801" actId="1076"/>
        <pc:sldMkLst>
          <pc:docMk/>
          <pc:sldMk cId="4205288352" sldId="3332"/>
        </pc:sldMkLst>
        <pc:graphicFrameChg chg="add del mod">
          <ac:chgData name="Rodrigo Ferreira de Carvalho" userId="b35ec19c-d537-4211-bec0-927b32a2c69a" providerId="ADAL" clId="{1158E856-A5B7-4A9A-9CB9-8ABBA1891FB1}" dt="2026-09-25T12:35:21.653" v="13794" actId="478"/>
          <ac:graphicFrameMkLst>
            <pc:docMk/>
            <pc:sldMk cId="4205288352" sldId="3332"/>
            <ac:graphicFrameMk id="2" creationId="{00000000-0008-0000-0100-000007000000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9-25T12:35:24.285" v="13795" actId="478"/>
          <ac:graphicFrameMkLst>
            <pc:docMk/>
            <pc:sldMk cId="4205288352" sldId="3332"/>
            <ac:graphicFrameMk id="6" creationId="{00000000-0008-0000-0100-000008000000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9-25T12:36:45.836" v="13800" actId="1076"/>
          <ac:graphicFrameMkLst>
            <pc:docMk/>
            <pc:sldMk cId="4205288352" sldId="3332"/>
            <ac:graphicFrameMk id="10" creationId="{00000000-0008-0000-0100-000008000000}"/>
          </ac:graphicFrameMkLst>
        </pc:graphicFrameChg>
        <pc:picChg chg="add mod">
          <ac:chgData name="Rodrigo Ferreira de Carvalho" userId="b35ec19c-d537-4211-bec0-927b32a2c69a" providerId="ADAL" clId="{1158E856-A5B7-4A9A-9CB9-8ABBA1891FB1}" dt="2026-09-25T12:35:10.314" v="13793" actId="14100"/>
          <ac:picMkLst>
            <pc:docMk/>
            <pc:sldMk cId="4205288352" sldId="3332"/>
            <ac:picMk id="4" creationId="{340E8BAB-4F4A-6F39-4E15-86EA177CD152}"/>
          </ac:picMkLst>
        </pc:picChg>
        <pc:picChg chg="add mod">
          <ac:chgData name="Rodrigo Ferreira de Carvalho" userId="b35ec19c-d537-4211-bec0-927b32a2c69a" providerId="ADAL" clId="{1158E856-A5B7-4A9A-9CB9-8ABBA1891FB1}" dt="2026-09-25T12:36:53.051" v="13801" actId="1076"/>
          <ac:picMkLst>
            <pc:docMk/>
            <pc:sldMk cId="4205288352" sldId="3332"/>
            <ac:picMk id="8" creationId="{59452382-9CA1-4D0F-1A39-7C6648C5322D}"/>
          </ac:picMkLst>
        </pc:picChg>
        <pc:picChg chg="add del mod">
          <ac:chgData name="Rodrigo Ferreira de Carvalho" userId="b35ec19c-d537-4211-bec0-927b32a2c69a" providerId="ADAL" clId="{1158E856-A5B7-4A9A-9CB9-8ABBA1891FB1}" dt="2026-09-25T12:34:43.267" v="13785" actId="478"/>
          <ac:picMkLst>
            <pc:docMk/>
            <pc:sldMk cId="4205288352" sldId="3332"/>
            <ac:picMk id="9" creationId="{27D458A4-7DCD-3EA3-B051-17EE3903B7E8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9-25T13:13:51.363" v="13922" actId="14100"/>
        <pc:sldMkLst>
          <pc:docMk/>
          <pc:sldMk cId="1374136777" sldId="3334"/>
        </pc:sldMkLst>
        <pc:picChg chg="add del mod">
          <ac:chgData name="Rodrigo Ferreira de Carvalho" userId="b35ec19c-d537-4211-bec0-927b32a2c69a" providerId="ADAL" clId="{1158E856-A5B7-4A9A-9CB9-8ABBA1891FB1}" dt="2026-09-25T13:09:57.571" v="13908" actId="478"/>
          <ac:picMkLst>
            <pc:docMk/>
            <pc:sldMk cId="1374136777" sldId="3334"/>
            <ac:picMk id="3" creationId="{B1545E06-EE4E-8C4B-C155-08168D71AA5A}"/>
          </ac:picMkLst>
        </pc:picChg>
        <pc:picChg chg="add mod">
          <ac:chgData name="Rodrigo Ferreira de Carvalho" userId="b35ec19c-d537-4211-bec0-927b32a2c69a" providerId="ADAL" clId="{1158E856-A5B7-4A9A-9CB9-8ABBA1891FB1}" dt="2026-09-25T13:13:51.363" v="13922" actId="14100"/>
          <ac:picMkLst>
            <pc:docMk/>
            <pc:sldMk cId="1374136777" sldId="3334"/>
            <ac:picMk id="4" creationId="{6EF22DFC-DEF8-E3EA-0C8D-81096B19D84E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9-25T15:05:09.559" v="14029" actId="20577"/>
        <pc:sldMkLst>
          <pc:docMk/>
          <pc:sldMk cId="2983193933" sldId="3338"/>
        </pc:sldMkLst>
        <pc:spChg chg="mod">
          <ac:chgData name="Rodrigo Ferreira de Carvalho" userId="b35ec19c-d537-4211-bec0-927b32a2c69a" providerId="ADAL" clId="{1158E856-A5B7-4A9A-9CB9-8ABBA1891FB1}" dt="2026-09-25T14:44:45.771" v="13944" actId="207"/>
          <ac:spMkLst>
            <pc:docMk/>
            <pc:sldMk cId="2983193933" sldId="3338"/>
            <ac:spMk id="3" creationId="{2A57D05E-C458-D006-C8F6-47ED40FC5EA5}"/>
          </ac:spMkLst>
        </pc:spChg>
        <pc:spChg chg="add mod">
          <ac:chgData name="Rodrigo Ferreira de Carvalho" userId="b35ec19c-d537-4211-bec0-927b32a2c69a" providerId="ADAL" clId="{1158E856-A5B7-4A9A-9CB9-8ABBA1891FB1}" dt="2026-09-25T15:05:09.559" v="14029" actId="20577"/>
          <ac:spMkLst>
            <pc:docMk/>
            <pc:sldMk cId="2983193933" sldId="3338"/>
            <ac:spMk id="26" creationId="{23C3CA01-5A4B-EFCC-279A-712C9A0C8260}"/>
          </ac:spMkLst>
        </pc:spChg>
        <pc:graphicFrameChg chg="add mod">
          <ac:chgData name="Rodrigo Ferreira de Carvalho" userId="b35ec19c-d537-4211-bec0-927b32a2c69a" providerId="ADAL" clId="{1158E856-A5B7-4A9A-9CB9-8ABBA1891FB1}" dt="2026-09-25T14:41:55.878" v="13926"/>
          <ac:graphicFrameMkLst>
            <pc:docMk/>
            <pc:sldMk cId="2983193933" sldId="3338"/>
            <ac:graphicFrameMk id="2" creationId="{BF2C10E8-5B49-478B-F9F0-E547C2D767AD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9-25T14:47:39.504" v="13983"/>
          <ac:graphicFrameMkLst>
            <pc:docMk/>
            <pc:sldMk cId="2983193933" sldId="3338"/>
            <ac:graphicFrameMk id="8" creationId="{BF2C10E8-5B49-478B-F9F0-E547C2D767AD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9-25T14:41:54.371" v="13923" actId="478"/>
          <ac:graphicFrameMkLst>
            <pc:docMk/>
            <pc:sldMk cId="2983193933" sldId="3338"/>
            <ac:graphicFrameMk id="13" creationId="{9B4E1102-EFAF-4273-B286-FAA05982046E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9-25T14:48:02.224" v="13989"/>
          <ac:graphicFrameMkLst>
            <pc:docMk/>
            <pc:sldMk cId="2983193933" sldId="3338"/>
            <ac:graphicFrameMk id="17" creationId="{BF2C10E8-5B49-478B-F9F0-E547C2D767AD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9-25T14:49:05.703" v="14002" actId="1076"/>
          <ac:graphicFrameMkLst>
            <pc:docMk/>
            <pc:sldMk cId="2983193933" sldId="3338"/>
            <ac:graphicFrameMk id="18" creationId="{BF2C10E8-5B49-478B-F9F0-E547C2D767AD}"/>
          </ac:graphicFrameMkLst>
        </pc:graphicFrameChg>
        <pc:picChg chg="add del mod">
          <ac:chgData name="Rodrigo Ferreira de Carvalho" userId="b35ec19c-d537-4211-bec0-927b32a2c69a" providerId="ADAL" clId="{1158E856-A5B7-4A9A-9CB9-8ABBA1891FB1}" dt="2026-09-25T14:42:07.976" v="13929" actId="478"/>
          <ac:picMkLst>
            <pc:docMk/>
            <pc:sldMk cId="2983193933" sldId="3338"/>
            <ac:picMk id="5" creationId="{9FA3D04B-930B-0D38-F9FF-0CF6F1FEF137}"/>
          </ac:picMkLst>
        </pc:picChg>
        <pc:picChg chg="add del">
          <ac:chgData name="Rodrigo Ferreira de Carvalho" userId="b35ec19c-d537-4211-bec0-927b32a2c69a" providerId="ADAL" clId="{1158E856-A5B7-4A9A-9CB9-8ABBA1891FB1}" dt="2026-09-25T14:42:23.319" v="13931" actId="478"/>
          <ac:picMkLst>
            <pc:docMk/>
            <pc:sldMk cId="2983193933" sldId="3338"/>
            <ac:picMk id="7" creationId="{2EEC169F-2BD7-A11E-CF1C-01018C350006}"/>
          </ac:picMkLst>
        </pc:picChg>
        <pc:picChg chg="add del mod">
          <ac:chgData name="Rodrigo Ferreira de Carvalho" userId="b35ec19c-d537-4211-bec0-927b32a2c69a" providerId="ADAL" clId="{1158E856-A5B7-4A9A-9CB9-8ABBA1891FB1}" dt="2026-09-25T14:47:38.209" v="13977" actId="22"/>
          <ac:picMkLst>
            <pc:docMk/>
            <pc:sldMk cId="2983193933" sldId="3338"/>
            <ac:picMk id="10" creationId="{B29FD254-6717-4A81-BC9C-3DCD898A65B7}"/>
          </ac:picMkLst>
        </pc:picChg>
        <pc:picChg chg="add del mod">
          <ac:chgData name="Rodrigo Ferreira de Carvalho" userId="b35ec19c-d537-4211-bec0-927b32a2c69a" providerId="ADAL" clId="{1158E856-A5B7-4A9A-9CB9-8ABBA1891FB1}" dt="2026-09-25T14:47:36.787" v="13972" actId="22"/>
          <ac:picMkLst>
            <pc:docMk/>
            <pc:sldMk cId="2983193933" sldId="3338"/>
            <ac:picMk id="12" creationId="{DB8A97B7-2655-1065-0045-4A49E3B010D3}"/>
          </ac:picMkLst>
        </pc:picChg>
        <pc:picChg chg="add del mod">
          <ac:chgData name="Rodrigo Ferreira de Carvalho" userId="b35ec19c-d537-4211-bec0-927b32a2c69a" providerId="ADAL" clId="{1158E856-A5B7-4A9A-9CB9-8ABBA1891FB1}" dt="2026-09-25T14:47:35.865" v="13968" actId="22"/>
          <ac:picMkLst>
            <pc:docMk/>
            <pc:sldMk cId="2983193933" sldId="3338"/>
            <ac:picMk id="15" creationId="{E07A0BB8-85BA-12EF-1952-C4D03E17EB73}"/>
          </ac:picMkLst>
        </pc:picChg>
        <pc:picChg chg="add del mod">
          <ac:chgData name="Rodrigo Ferreira de Carvalho" userId="b35ec19c-d537-4211-bec0-927b32a2c69a" providerId="ADAL" clId="{1158E856-A5B7-4A9A-9CB9-8ABBA1891FB1}" dt="2026-09-25T14:47:54.361" v="13986" actId="478"/>
          <ac:picMkLst>
            <pc:docMk/>
            <pc:sldMk cId="2983193933" sldId="3338"/>
            <ac:picMk id="16" creationId="{ED7215D2-59F6-B960-0EB5-5534F5B3D4D6}"/>
          </ac:picMkLst>
        </pc:picChg>
        <pc:picChg chg="add mod">
          <ac:chgData name="Rodrigo Ferreira de Carvalho" userId="b35ec19c-d537-4211-bec0-927b32a2c69a" providerId="ADAL" clId="{1158E856-A5B7-4A9A-9CB9-8ABBA1891FB1}" dt="2026-09-25T14:48:57.437" v="14000" actId="1076"/>
          <ac:picMkLst>
            <pc:docMk/>
            <pc:sldMk cId="2983193933" sldId="3338"/>
            <ac:picMk id="20" creationId="{B500E3BA-D56B-CFF2-34ED-F712E5619F7E}"/>
          </ac:picMkLst>
        </pc:picChg>
        <pc:picChg chg="add del mod">
          <ac:chgData name="Rodrigo Ferreira de Carvalho" userId="b35ec19c-d537-4211-bec0-927b32a2c69a" providerId="ADAL" clId="{1158E856-A5B7-4A9A-9CB9-8ABBA1891FB1}" dt="2026-09-25T15:03:55.852" v="14020" actId="478"/>
          <ac:picMkLst>
            <pc:docMk/>
            <pc:sldMk cId="2983193933" sldId="3338"/>
            <ac:picMk id="22" creationId="{5285870F-0B1B-2136-8AF3-FE6D1365677B}"/>
          </ac:picMkLst>
        </pc:picChg>
        <pc:picChg chg="add del mod">
          <ac:chgData name="Rodrigo Ferreira de Carvalho" userId="b35ec19c-d537-4211-bec0-927b32a2c69a" providerId="ADAL" clId="{1158E856-A5B7-4A9A-9CB9-8ABBA1891FB1}" dt="2026-09-25T14:49:08.339" v="14003" actId="478"/>
          <ac:picMkLst>
            <pc:docMk/>
            <pc:sldMk cId="2983193933" sldId="3338"/>
            <ac:picMk id="24" creationId="{4EFEEC4C-6D2D-87FF-C59E-3D3193970C8B}"/>
          </ac:picMkLst>
        </pc:picChg>
        <pc:picChg chg="add del mod">
          <ac:chgData name="Rodrigo Ferreira de Carvalho" userId="b35ec19c-d537-4211-bec0-927b32a2c69a" providerId="ADAL" clId="{1158E856-A5B7-4A9A-9CB9-8ABBA1891FB1}" dt="2026-09-25T15:04:07.910" v="14024" actId="22"/>
          <ac:picMkLst>
            <pc:docMk/>
            <pc:sldMk cId="2983193933" sldId="3338"/>
            <ac:picMk id="25" creationId="{AC93C069-62D1-0BFD-4645-136607AA3197}"/>
          </ac:picMkLst>
        </pc:picChg>
        <pc:picChg chg="add mod">
          <ac:chgData name="Rodrigo Ferreira de Carvalho" userId="b35ec19c-d537-4211-bec0-927b32a2c69a" providerId="ADAL" clId="{1158E856-A5B7-4A9A-9CB9-8ABBA1891FB1}" dt="2026-09-25T15:04:30.895" v="14027" actId="1076"/>
          <ac:picMkLst>
            <pc:docMk/>
            <pc:sldMk cId="2983193933" sldId="3338"/>
            <ac:picMk id="28" creationId="{1C32CF8E-310B-0329-CBF8-EF45CC9DC125}"/>
          </ac:picMkLst>
        </pc:picChg>
      </pc:sldChg>
      <pc:sldChg chg="addSp delSp modSp mod delAnim modAnim">
        <pc:chgData name="Rodrigo Ferreira de Carvalho" userId="b35ec19c-d537-4211-bec0-927b32a2c69a" providerId="ADAL" clId="{1158E856-A5B7-4A9A-9CB9-8ABBA1891FB1}" dt="2026-09-25T13:09:51.714" v="13907" actId="14100"/>
        <pc:sldMkLst>
          <pc:docMk/>
          <pc:sldMk cId="4178727328" sldId="3339"/>
        </pc:sldMkLst>
        <pc:spChg chg="add del mod">
          <ac:chgData name="Rodrigo Ferreira de Carvalho" userId="b35ec19c-d537-4211-bec0-927b32a2c69a" providerId="ADAL" clId="{1158E856-A5B7-4A9A-9CB9-8ABBA1891FB1}" dt="2026-09-25T12:55:43.313" v="13807" actId="478"/>
          <ac:spMkLst>
            <pc:docMk/>
            <pc:sldMk cId="4178727328" sldId="3339"/>
            <ac:spMk id="3" creationId="{78FCD614-1284-13FA-7C6C-7672609B5E00}"/>
          </ac:spMkLst>
        </pc:spChg>
        <pc:spChg chg="add del mod">
          <ac:chgData name="Rodrigo Ferreira de Carvalho" userId="b35ec19c-d537-4211-bec0-927b32a2c69a" providerId="ADAL" clId="{1158E856-A5B7-4A9A-9CB9-8ABBA1891FB1}" dt="2026-09-25T12:55:52.102" v="13808" actId="478"/>
          <ac:spMkLst>
            <pc:docMk/>
            <pc:sldMk cId="4178727328" sldId="3339"/>
            <ac:spMk id="4" creationId="{F5E81F4D-C626-34F6-537A-1DE42E320B12}"/>
          </ac:spMkLst>
        </pc:spChg>
        <pc:graphicFrameChg chg="add del mod">
          <ac:chgData name="Rodrigo Ferreira de Carvalho" userId="b35ec19c-d537-4211-bec0-927b32a2c69a" providerId="ADAL" clId="{1158E856-A5B7-4A9A-9CB9-8ABBA1891FB1}" dt="2026-09-25T13:03:09.699" v="13855" actId="478"/>
          <ac:graphicFrameMkLst>
            <pc:docMk/>
            <pc:sldMk cId="4178727328" sldId="3339"/>
            <ac:graphicFrameMk id="10" creationId="{CD3AC3ED-5F15-4394-8074-CB3B6E6B1FF3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9-25T13:03:58.351" v="13878" actId="1076"/>
          <ac:graphicFrameMkLst>
            <pc:docMk/>
            <pc:sldMk cId="4178727328" sldId="3339"/>
            <ac:graphicFrameMk id="12" creationId="{CD3AC3ED-5F15-4394-8074-CB3B6E6B1FF3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9-25T13:08:13.331" v="13881" actId="1076"/>
          <ac:graphicFrameMkLst>
            <pc:docMk/>
            <pc:sldMk cId="4178727328" sldId="3339"/>
            <ac:graphicFrameMk id="13" creationId="{010FBE84-A886-44C6-B381-1FB2354983C9}"/>
          </ac:graphicFrameMkLst>
        </pc:graphicFrameChg>
        <pc:picChg chg="add del">
          <ac:chgData name="Rodrigo Ferreira de Carvalho" userId="b35ec19c-d537-4211-bec0-927b32a2c69a" providerId="ADAL" clId="{1158E856-A5B7-4A9A-9CB9-8ABBA1891FB1}" dt="2026-09-25T12:56:00.888" v="13810" actId="478"/>
          <ac:picMkLst>
            <pc:docMk/>
            <pc:sldMk cId="4178727328" sldId="3339"/>
            <ac:picMk id="5" creationId="{7D02CB1C-8BBA-E6EA-B811-AD43FB4F69A9}"/>
          </ac:picMkLst>
        </pc:picChg>
        <pc:picChg chg="add del mod">
          <ac:chgData name="Rodrigo Ferreira de Carvalho" userId="b35ec19c-d537-4211-bec0-927b32a2c69a" providerId="ADAL" clId="{1158E856-A5B7-4A9A-9CB9-8ABBA1891FB1}" dt="2026-09-25T12:59:20.276" v="13815" actId="478"/>
          <ac:picMkLst>
            <pc:docMk/>
            <pc:sldMk cId="4178727328" sldId="3339"/>
            <ac:picMk id="7" creationId="{3A54F8CB-5B53-55D9-D92E-63012B13D483}"/>
          </ac:picMkLst>
        </pc:picChg>
        <pc:picChg chg="add del mod">
          <ac:chgData name="Rodrigo Ferreira de Carvalho" userId="b35ec19c-d537-4211-bec0-927b32a2c69a" providerId="ADAL" clId="{1158E856-A5B7-4A9A-9CB9-8ABBA1891FB1}" dt="2026-09-25T13:02:06.597" v="13821" actId="478"/>
          <ac:picMkLst>
            <pc:docMk/>
            <pc:sldMk cId="4178727328" sldId="3339"/>
            <ac:picMk id="9" creationId="{3F5B1F4C-66CE-9374-0A8F-1D57492D4449}"/>
          </ac:picMkLst>
        </pc:picChg>
        <pc:cxnChg chg="add del mod">
          <ac:chgData name="Rodrigo Ferreira de Carvalho" userId="b35ec19c-d537-4211-bec0-927b32a2c69a" providerId="ADAL" clId="{1158E856-A5B7-4A9A-9CB9-8ABBA1891FB1}" dt="2026-09-25T13:09:51.714" v="13907" actId="14100"/>
          <ac:cxnSpMkLst>
            <pc:docMk/>
            <pc:sldMk cId="4178727328" sldId="3339"/>
            <ac:cxnSpMk id="15" creationId="{2534EEBC-A55C-F388-792F-0A05426D6BA0}"/>
          </ac:cxnSpMkLst>
        </pc:cxnChg>
      </pc:sldChg>
      <pc:sldChg chg="addSp delSp modSp mod">
        <pc:chgData name="Rodrigo Ferreira de Carvalho" userId="b35ec19c-d537-4211-bec0-927b32a2c69a" providerId="ADAL" clId="{1158E856-A5B7-4A9A-9CB9-8ABBA1891FB1}" dt="2026-09-25T12:06:07.151" v="13670" actId="1036"/>
        <pc:sldMkLst>
          <pc:docMk/>
          <pc:sldMk cId="1502477708" sldId="3340"/>
        </pc:sldMkLst>
        <pc:spChg chg="mod">
          <ac:chgData name="Rodrigo Ferreira de Carvalho" userId="b35ec19c-d537-4211-bec0-927b32a2c69a" providerId="ADAL" clId="{1158E856-A5B7-4A9A-9CB9-8ABBA1891FB1}" dt="2026-09-25T12:05:47.237" v="13656" actId="20577"/>
          <ac:spMkLst>
            <pc:docMk/>
            <pc:sldMk cId="1502477708" sldId="3340"/>
            <ac:spMk id="4" creationId="{61921457-6991-A0FD-89E9-EED574A5C00D}"/>
          </ac:spMkLst>
        </pc:spChg>
        <pc:spChg chg="mod">
          <ac:chgData name="Rodrigo Ferreira de Carvalho" userId="b35ec19c-d537-4211-bec0-927b32a2c69a" providerId="ADAL" clId="{1158E856-A5B7-4A9A-9CB9-8ABBA1891FB1}" dt="2026-09-25T12:06:07.151" v="13670" actId="1036"/>
          <ac:spMkLst>
            <pc:docMk/>
            <pc:sldMk cId="1502477708" sldId="3340"/>
            <ac:spMk id="5" creationId="{4ABAFAE7-D9A7-BC4B-537B-DB13FBCBFA03}"/>
          </ac:spMkLst>
        </pc:spChg>
        <pc:spChg chg="mod">
          <ac:chgData name="Rodrigo Ferreira de Carvalho" userId="b35ec19c-d537-4211-bec0-927b32a2c69a" providerId="ADAL" clId="{1158E856-A5B7-4A9A-9CB9-8ABBA1891FB1}" dt="2026-09-25T12:05:52.678" v="13658" actId="20577"/>
          <ac:spMkLst>
            <pc:docMk/>
            <pc:sldMk cId="1502477708" sldId="3340"/>
            <ac:spMk id="7" creationId="{6D8A1860-404C-9B2D-E6C4-F6C84CC7A8CE}"/>
          </ac:spMkLst>
        </pc:spChg>
        <pc:spChg chg="mod">
          <ac:chgData name="Rodrigo Ferreira de Carvalho" userId="b35ec19c-d537-4211-bec0-927b32a2c69a" providerId="ADAL" clId="{1158E856-A5B7-4A9A-9CB9-8ABBA1891FB1}" dt="2026-09-25T12:05:55.519" v="13660" actId="20577"/>
          <ac:spMkLst>
            <pc:docMk/>
            <pc:sldMk cId="1502477708" sldId="3340"/>
            <ac:spMk id="9" creationId="{A80BA3BB-E6CE-565D-5185-46EA02AF95F0}"/>
          </ac:spMkLst>
        </pc:spChg>
        <pc:spChg chg="mod">
          <ac:chgData name="Rodrigo Ferreira de Carvalho" userId="b35ec19c-d537-4211-bec0-927b32a2c69a" providerId="ADAL" clId="{1158E856-A5B7-4A9A-9CB9-8ABBA1891FB1}" dt="2026-09-25T12:05:32.768" v="13644" actId="20577"/>
          <ac:spMkLst>
            <pc:docMk/>
            <pc:sldMk cId="1502477708" sldId="3340"/>
            <ac:spMk id="14" creationId="{222BC616-51EA-EFD8-ED29-E7293B9CFDF7}"/>
          </ac:spMkLst>
        </pc:spChg>
        <pc:spChg chg="mod">
          <ac:chgData name="Rodrigo Ferreira de Carvalho" userId="b35ec19c-d537-4211-bec0-927b32a2c69a" providerId="ADAL" clId="{1158E856-A5B7-4A9A-9CB9-8ABBA1891FB1}" dt="2026-09-25T12:05:36.753" v="13648" actId="20577"/>
          <ac:spMkLst>
            <pc:docMk/>
            <pc:sldMk cId="1502477708" sldId="3340"/>
            <ac:spMk id="15" creationId="{93A073DE-EC6F-C26B-22FC-24C7B0E57A19}"/>
          </ac:spMkLst>
        </pc:spChg>
        <pc:spChg chg="mod">
          <ac:chgData name="Rodrigo Ferreira de Carvalho" userId="b35ec19c-d537-4211-bec0-927b32a2c69a" providerId="ADAL" clId="{1158E856-A5B7-4A9A-9CB9-8ABBA1891FB1}" dt="2026-09-25T12:05:42.083" v="13652" actId="20577"/>
          <ac:spMkLst>
            <pc:docMk/>
            <pc:sldMk cId="1502477708" sldId="3340"/>
            <ac:spMk id="16" creationId="{2D0E83C9-AAC5-6AAB-0C40-EB14C9108256}"/>
          </ac:spMkLst>
        </pc:spChg>
        <pc:graphicFrameChg chg="mod">
          <ac:chgData name="Rodrigo Ferreira de Carvalho" userId="b35ec19c-d537-4211-bec0-927b32a2c69a" providerId="ADAL" clId="{1158E856-A5B7-4A9A-9CB9-8ABBA1891FB1}" dt="2026-09-25T12:06:02.946" v="13661" actId="14100"/>
          <ac:graphicFrameMkLst>
            <pc:docMk/>
            <pc:sldMk cId="1502477708" sldId="3340"/>
            <ac:graphicFrameMk id="2" creationId="{852D907B-5083-E719-228B-D0C58F264B8A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9-25T12:03:26.428" v="13625" actId="478"/>
          <ac:graphicFrameMkLst>
            <pc:docMk/>
            <pc:sldMk cId="1502477708" sldId="3340"/>
            <ac:graphicFrameMk id="3" creationId="{00000000-0008-0000-0000-000004000000}"/>
          </ac:graphicFrameMkLst>
        </pc:graphicFrameChg>
        <pc:picChg chg="add del mod">
          <ac:chgData name="Rodrigo Ferreira de Carvalho" userId="b35ec19c-d537-4211-bec0-927b32a2c69a" providerId="ADAL" clId="{1158E856-A5B7-4A9A-9CB9-8ABBA1891FB1}" dt="2026-09-25T12:03:36.666" v="13628" actId="478"/>
          <ac:picMkLst>
            <pc:docMk/>
            <pc:sldMk cId="1502477708" sldId="3340"/>
            <ac:picMk id="10" creationId="{D0DD3A40-4C23-6C36-FBD4-6974F3F7EE48}"/>
          </ac:picMkLst>
        </pc:picChg>
        <pc:picChg chg="add del mod">
          <ac:chgData name="Rodrigo Ferreira de Carvalho" userId="b35ec19c-d537-4211-bec0-927b32a2c69a" providerId="ADAL" clId="{1158E856-A5B7-4A9A-9CB9-8ABBA1891FB1}" dt="2026-09-25T12:04:49.410" v="13636" actId="478"/>
          <ac:picMkLst>
            <pc:docMk/>
            <pc:sldMk cId="1502477708" sldId="3340"/>
            <ac:picMk id="13" creationId="{3BE78B8A-DD92-0C99-19D7-BEF28C0E045E}"/>
          </ac:picMkLst>
        </pc:picChg>
        <pc:picChg chg="add mod">
          <ac:chgData name="Rodrigo Ferreira de Carvalho" userId="b35ec19c-d537-4211-bec0-927b32a2c69a" providerId="ADAL" clId="{1158E856-A5B7-4A9A-9CB9-8ABBA1891FB1}" dt="2026-09-25T12:05:00.380" v="13640" actId="1076"/>
          <ac:picMkLst>
            <pc:docMk/>
            <pc:sldMk cId="1502477708" sldId="3340"/>
            <ac:picMk id="18" creationId="{B8FCA6BB-FE5B-23EC-2BFC-3C7AEE6285FA}"/>
          </ac:picMkLst>
        </pc:picChg>
      </pc:sldChg>
      <pc:sldChg chg="modSp mod">
        <pc:chgData name="Rodrigo Ferreira de Carvalho" userId="b35ec19c-d537-4211-bec0-927b32a2c69a" providerId="ADAL" clId="{1158E856-A5B7-4A9A-9CB9-8ABBA1891FB1}" dt="2026-09-25T11:44:02.416" v="13485" actId="20577"/>
        <pc:sldMkLst>
          <pc:docMk/>
          <pc:sldMk cId="2758716606" sldId="3344"/>
        </pc:sldMkLst>
        <pc:spChg chg="mod">
          <ac:chgData name="Rodrigo Ferreira de Carvalho" userId="b35ec19c-d537-4211-bec0-927b32a2c69a" providerId="ADAL" clId="{1158E856-A5B7-4A9A-9CB9-8ABBA1891FB1}" dt="2026-09-25T11:41:59.632" v="13441" actId="20577"/>
          <ac:spMkLst>
            <pc:docMk/>
            <pc:sldMk cId="2758716606" sldId="3344"/>
            <ac:spMk id="4" creationId="{E0C49517-3C02-BD50-1CB6-004389FBCCC2}"/>
          </ac:spMkLst>
        </pc:spChg>
        <pc:spChg chg="mod">
          <ac:chgData name="Rodrigo Ferreira de Carvalho" userId="b35ec19c-d537-4211-bec0-927b32a2c69a" providerId="ADAL" clId="{1158E856-A5B7-4A9A-9CB9-8ABBA1891FB1}" dt="2026-09-25T11:43:00.719" v="13467" actId="20577"/>
          <ac:spMkLst>
            <pc:docMk/>
            <pc:sldMk cId="2758716606" sldId="3344"/>
            <ac:spMk id="5" creationId="{0BCE21DB-3B79-AAE7-70B4-F97BF62B8618}"/>
          </ac:spMkLst>
        </pc:spChg>
        <pc:spChg chg="mod">
          <ac:chgData name="Rodrigo Ferreira de Carvalho" userId="b35ec19c-d537-4211-bec0-927b32a2c69a" providerId="ADAL" clId="{1158E856-A5B7-4A9A-9CB9-8ABBA1891FB1}" dt="2026-09-25T11:44:02.416" v="13485" actId="20577"/>
          <ac:spMkLst>
            <pc:docMk/>
            <pc:sldMk cId="2758716606" sldId="3344"/>
            <ac:spMk id="14" creationId="{47B187EB-E82E-B0F6-7A58-CE55943279AD}"/>
          </ac:spMkLst>
        </pc:spChg>
      </pc:sldChg>
      <pc:sldChg chg="addSp delSp modSp mod">
        <pc:chgData name="Rodrigo Ferreira de Carvalho" userId="b35ec19c-d537-4211-bec0-927b32a2c69a" providerId="ADAL" clId="{1158E856-A5B7-4A9A-9CB9-8ABBA1891FB1}" dt="2026-09-25T12:12:56.985" v="13743" actId="20577"/>
        <pc:sldMkLst>
          <pc:docMk/>
          <pc:sldMk cId="952595292" sldId="3345"/>
        </pc:sldMkLst>
        <pc:spChg chg="mod">
          <ac:chgData name="Rodrigo Ferreira de Carvalho" userId="b35ec19c-d537-4211-bec0-927b32a2c69a" providerId="ADAL" clId="{1158E856-A5B7-4A9A-9CB9-8ABBA1891FB1}" dt="2026-09-25T12:11:53.834" v="13734" actId="20577"/>
          <ac:spMkLst>
            <pc:docMk/>
            <pc:sldMk cId="952595292" sldId="3345"/>
            <ac:spMk id="13" creationId="{42C5F66F-EB14-51ED-CF3C-A25DBBD27C99}"/>
          </ac:spMkLst>
        </pc:spChg>
        <pc:spChg chg="mod">
          <ac:chgData name="Rodrigo Ferreira de Carvalho" userId="b35ec19c-d537-4211-bec0-927b32a2c69a" providerId="ADAL" clId="{1158E856-A5B7-4A9A-9CB9-8ABBA1891FB1}" dt="2026-09-25T12:12:56.985" v="13743" actId="20577"/>
          <ac:spMkLst>
            <pc:docMk/>
            <pc:sldMk cId="952595292" sldId="3345"/>
            <ac:spMk id="14" creationId="{A7A17DE3-4873-8C23-A5D6-04FE06E3CAE0}"/>
          </ac:spMkLst>
        </pc:spChg>
        <pc:graphicFrameChg chg="add del mod">
          <ac:chgData name="Rodrigo Ferreira de Carvalho" userId="b35ec19c-d537-4211-bec0-927b32a2c69a" providerId="ADAL" clId="{1158E856-A5B7-4A9A-9CB9-8ABBA1891FB1}" dt="2026-09-25T12:08:54.155" v="13671" actId="478"/>
          <ac:graphicFrameMkLst>
            <pc:docMk/>
            <pc:sldMk cId="952595292" sldId="3345"/>
            <ac:graphicFrameMk id="9" creationId="{00000000-0008-0000-0000-000002000000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9-25T12:12:25.427" v="13735" actId="478"/>
          <ac:graphicFrameMkLst>
            <pc:docMk/>
            <pc:sldMk cId="952595292" sldId="3345"/>
            <ac:graphicFrameMk id="10" creationId="{00000000-0008-0000-0000-000003000000}"/>
          </ac:graphicFrameMkLst>
        </pc:graphicFrameChg>
        <pc:picChg chg="add del">
          <ac:chgData name="Rodrigo Ferreira de Carvalho" userId="b35ec19c-d537-4211-bec0-927b32a2c69a" providerId="ADAL" clId="{1158E856-A5B7-4A9A-9CB9-8ABBA1891FB1}" dt="2026-09-25T12:09:02.298" v="13673" actId="478"/>
          <ac:picMkLst>
            <pc:docMk/>
            <pc:sldMk cId="952595292" sldId="3345"/>
            <ac:picMk id="5" creationId="{0D61DC83-5D58-189D-7D45-05693F6FDE7D}"/>
          </ac:picMkLst>
        </pc:picChg>
        <pc:picChg chg="add mod">
          <ac:chgData name="Rodrigo Ferreira de Carvalho" userId="b35ec19c-d537-4211-bec0-927b32a2c69a" providerId="ADAL" clId="{1158E856-A5B7-4A9A-9CB9-8ABBA1891FB1}" dt="2026-09-25T12:11:13.663" v="13675" actId="1076"/>
          <ac:picMkLst>
            <pc:docMk/>
            <pc:sldMk cId="952595292" sldId="3345"/>
            <ac:picMk id="7" creationId="{1D45DA32-0175-34E9-DD89-A55ACCF8A654}"/>
          </ac:picMkLst>
        </pc:picChg>
        <pc:picChg chg="add mod">
          <ac:chgData name="Rodrigo Ferreira de Carvalho" userId="b35ec19c-d537-4211-bec0-927b32a2c69a" providerId="ADAL" clId="{1158E856-A5B7-4A9A-9CB9-8ABBA1891FB1}" dt="2026-09-25T12:12:34.916" v="13737" actId="1076"/>
          <ac:picMkLst>
            <pc:docMk/>
            <pc:sldMk cId="952595292" sldId="3345"/>
            <ac:picMk id="12" creationId="{26E7CE83-942D-A2C1-4EAB-8C89EBB71181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9-25T17:25:09.973" v="14043" actId="1076"/>
        <pc:sldMkLst>
          <pc:docMk/>
          <pc:sldMk cId="753232953" sldId="3346"/>
        </pc:sldMkLst>
        <pc:spChg chg="mod">
          <ac:chgData name="Rodrigo Ferreira de Carvalho" userId="b35ec19c-d537-4211-bec0-927b32a2c69a" providerId="ADAL" clId="{1158E856-A5B7-4A9A-9CB9-8ABBA1891FB1}" dt="2026-09-25T17:25:06.136" v="14042" actId="1036"/>
          <ac:spMkLst>
            <pc:docMk/>
            <pc:sldMk cId="753232953" sldId="3346"/>
            <ac:spMk id="6" creationId="{82F978BC-05F0-6C5F-E27F-BE0CB51DA6DC}"/>
          </ac:spMkLst>
        </pc:spChg>
        <pc:spChg chg="add mod">
          <ac:chgData name="Rodrigo Ferreira de Carvalho" userId="b35ec19c-d537-4211-bec0-927b32a2c69a" providerId="ADAL" clId="{1158E856-A5B7-4A9A-9CB9-8ABBA1891FB1}" dt="2026-09-25T12:17:45.110" v="13777" actId="1076"/>
          <ac:spMkLst>
            <pc:docMk/>
            <pc:sldMk cId="753232953" sldId="3346"/>
            <ac:spMk id="10" creationId="{2172E0D0-5F2D-B5A4-981B-2B746A24CDEF}"/>
          </ac:spMkLst>
        </pc:spChg>
        <pc:spChg chg="mod">
          <ac:chgData name="Rodrigo Ferreira de Carvalho" userId="b35ec19c-d537-4211-bec0-927b32a2c69a" providerId="ADAL" clId="{1158E856-A5B7-4A9A-9CB9-8ABBA1891FB1}" dt="2026-09-25T17:25:09.973" v="14043" actId="1076"/>
          <ac:spMkLst>
            <pc:docMk/>
            <pc:sldMk cId="753232953" sldId="3346"/>
            <ac:spMk id="12" creationId="{AD249AD5-3B9A-1889-AC4E-3A86DCE42CBD}"/>
          </ac:spMkLst>
        </pc:spChg>
        <pc:graphicFrameChg chg="add del mod">
          <ac:chgData name="Rodrigo Ferreira de Carvalho" userId="b35ec19c-d537-4211-bec0-927b32a2c69a" providerId="ADAL" clId="{1158E856-A5B7-4A9A-9CB9-8ABBA1891FB1}" dt="2026-09-25T12:14:48.886" v="13744" actId="478"/>
          <ac:graphicFrameMkLst>
            <pc:docMk/>
            <pc:sldMk cId="753232953" sldId="3346"/>
            <ac:graphicFrameMk id="3" creationId="{00000000-0008-0000-0000-000005000000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9-25T12:16:52.968" v="13773" actId="478"/>
          <ac:graphicFrameMkLst>
            <pc:docMk/>
            <pc:sldMk cId="753232953" sldId="3346"/>
            <ac:graphicFrameMk id="16" creationId="{00000000-0008-0000-0000-000006000000}"/>
          </ac:graphicFrameMkLst>
        </pc:graphicFrameChg>
        <pc:picChg chg="add mod ord">
          <ac:chgData name="Rodrigo Ferreira de Carvalho" userId="b35ec19c-d537-4211-bec0-927b32a2c69a" providerId="ADAL" clId="{1158E856-A5B7-4A9A-9CB9-8ABBA1891FB1}" dt="2026-09-25T12:17:34.020" v="13776" actId="1076"/>
          <ac:picMkLst>
            <pc:docMk/>
            <pc:sldMk cId="753232953" sldId="3346"/>
            <ac:picMk id="4" creationId="{8DAEEFD2-43D3-128A-62B3-4A8F6B0D1F2D}"/>
          </ac:picMkLst>
        </pc:picChg>
        <pc:picChg chg="add mod">
          <ac:chgData name="Rodrigo Ferreira de Carvalho" userId="b35ec19c-d537-4211-bec0-927b32a2c69a" providerId="ADAL" clId="{1158E856-A5B7-4A9A-9CB9-8ABBA1891FB1}" dt="2026-09-25T12:17:18.715" v="13775" actId="1076"/>
          <ac:picMkLst>
            <pc:docMk/>
            <pc:sldMk cId="753232953" sldId="3346"/>
            <ac:picMk id="7" creationId="{284C2F2D-0DDD-EC32-8639-F8F6BD23F1B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Apresenta&#231;&#245;es/FECHAMENTO%202025/Total%20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s://consigazgasball-my.sharepoint.com/personal/rodrigo_carvalho_consigaz_com_br/Documents/Documentos/RODRIGO/APRESENTA&#199;&#213;ES/FECHAMENTO%202026/Total%202026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consigazgasball-my.sharepoint.com/personal/rodrigo_carvalho_consigaz_com_br/Documents/Documentos/RODRIGO/APRESENTA&#199;&#213;ES/FECHAMENTO%202026/Total%202026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rfcarvalho\Downloads\Minhas%20Ocorr&#234;ncias%20(P&#243;s-Vendas)-2026-09-25-11-13-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DASH!$D$3</c:f>
              <c:strCache>
                <c:ptCount val="1"/>
                <c:pt idx="0">
                  <c:v>Preço Médio</c:v>
                </c:pt>
              </c:strCache>
            </c:strRef>
          </c:tx>
          <c:spPr>
            <a:ln w="508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DASH!$A$4:$A$15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DASH!$D$4:$D$15</c:f>
              <c:numCache>
                <c:formatCode>_("R$"* #,##0.00_);_("R$"* \(#,##0.00\);_("R$"* "-"??_);_(@_)</c:formatCode>
                <c:ptCount val="12"/>
                <c:pt idx="0">
                  <c:v>7.5513283999556338</c:v>
                </c:pt>
                <c:pt idx="1">
                  <c:v>7.6201943208806204</c:v>
                </c:pt>
                <c:pt idx="2">
                  <c:v>7.556565535839022</c:v>
                </c:pt>
                <c:pt idx="3">
                  <c:v>7.2268985195474258</c:v>
                </c:pt>
                <c:pt idx="4">
                  <c:v>7.455237653925753</c:v>
                </c:pt>
                <c:pt idx="5">
                  <c:v>7.6775649731922941</c:v>
                </c:pt>
                <c:pt idx="6">
                  <c:v>7.5249876423352298</c:v>
                </c:pt>
                <c:pt idx="7">
                  <c:v>7.4376327803812998</c:v>
                </c:pt>
                <c:pt idx="8">
                  <c:v>7.5592121301568387</c:v>
                </c:pt>
                <c:pt idx="9">
                  <c:v>7.28939226653128</c:v>
                </c:pt>
                <c:pt idx="10">
                  <c:v>7.2197094955498056</c:v>
                </c:pt>
                <c:pt idx="11">
                  <c:v>7.2969026583409811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7F-47F0-97B1-88E9232CFD08}"/>
            </c:ext>
          </c:extLst>
        </c:ser>
        <c:ser>
          <c:idx val="1"/>
          <c:order val="1"/>
          <c:tx>
            <c:strRef>
              <c:f>DASH!$E$3</c:f>
              <c:strCache>
                <c:ptCount val="1"/>
                <c:pt idx="0">
                  <c:v>Refinaria</c:v>
                </c:pt>
              </c:strCache>
            </c:strRef>
          </c:tx>
          <c:spPr>
            <a:ln w="508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DASH!$A$4:$A$15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DASH!$E$4:$E$15</c:f>
              <c:numCache>
                <c:formatCode>_("R$"* #,##0.00_);_("R$"* \(#,##0.00\);_("R$"* "-"??_);_(@_)</c:formatCode>
                <c:ptCount val="12"/>
                <c:pt idx="0">
                  <c:v>4.1546000000000003</c:v>
                </c:pt>
                <c:pt idx="1">
                  <c:v>4.1238000000000001</c:v>
                </c:pt>
                <c:pt idx="2">
                  <c:v>4.2605000000000004</c:v>
                </c:pt>
                <c:pt idx="3">
                  <c:v>4.1582999999999997</c:v>
                </c:pt>
                <c:pt idx="4">
                  <c:v>4.2736000000000001</c:v>
                </c:pt>
                <c:pt idx="5">
                  <c:v>4.3513999999999999</c:v>
                </c:pt>
                <c:pt idx="6">
                  <c:v>4.1819100000000002</c:v>
                </c:pt>
                <c:pt idx="7">
                  <c:v>4.2409999999999997</c:v>
                </c:pt>
                <c:pt idx="8">
                  <c:v>4.3448000000000002</c:v>
                </c:pt>
                <c:pt idx="9">
                  <c:v>4.1527000000000003</c:v>
                </c:pt>
                <c:pt idx="10">
                  <c:v>4.13</c:v>
                </c:pt>
                <c:pt idx="11">
                  <c:v>4.1500000000000004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7F-47F0-97B1-88E9232CFD08}"/>
            </c:ext>
          </c:extLst>
        </c:ser>
        <c:ser>
          <c:idx val="2"/>
          <c:order val="2"/>
          <c:tx>
            <c:strRef>
              <c:f>DASH!$F$3</c:f>
              <c:strCache>
                <c:ptCount val="1"/>
                <c:pt idx="0">
                  <c:v>Margem Bruta</c:v>
                </c:pt>
              </c:strCache>
            </c:strRef>
          </c:tx>
          <c:spPr>
            <a:ln w="508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DASH!$A$4:$A$15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DASH!$F$4:$F$15</c:f>
              <c:numCache>
                <c:formatCode>_("R$"* #,##0.00_);_("R$"* \(#,##0.00\);_("R$"* "-"??_);_(@_)</c:formatCode>
                <c:ptCount val="12"/>
                <c:pt idx="0">
                  <c:v>3.8013283999556338</c:v>
                </c:pt>
                <c:pt idx="1">
                  <c:v>3.8701943208806204</c:v>
                </c:pt>
                <c:pt idx="2">
                  <c:v>3.806565535839022</c:v>
                </c:pt>
                <c:pt idx="3">
                  <c:v>3.4768985195474258</c:v>
                </c:pt>
                <c:pt idx="4">
                  <c:v>3.705237653925753</c:v>
                </c:pt>
                <c:pt idx="5">
                  <c:v>3.9275649731922941</c:v>
                </c:pt>
                <c:pt idx="6">
                  <c:v>3.7749876423352298</c:v>
                </c:pt>
                <c:pt idx="7">
                  <c:v>3.6876327803812998</c:v>
                </c:pt>
                <c:pt idx="8">
                  <c:v>3.8092121301568387</c:v>
                </c:pt>
                <c:pt idx="9">
                  <c:v>3.1366922665312797</c:v>
                </c:pt>
                <c:pt idx="10">
                  <c:v>3.08</c:v>
                </c:pt>
                <c:pt idx="11">
                  <c:v>3.14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7F-47F0-97B1-88E9232CFD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13947776"/>
        <c:axId val="313948736"/>
      </c:lineChart>
      <c:catAx>
        <c:axId val="31394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13948736"/>
        <c:crosses val="autoZero"/>
        <c:auto val="1"/>
        <c:lblAlgn val="ctr"/>
        <c:lblOffset val="100"/>
        <c:noMultiLvlLbl val="0"/>
      </c:catAx>
      <c:valAx>
        <c:axId val="313948736"/>
        <c:scaling>
          <c:orientation val="minMax"/>
          <c:min val="2"/>
        </c:scaling>
        <c:delete val="1"/>
        <c:axPos val="l"/>
        <c:numFmt formatCode="_(&quot;R$&quot;* #,##0.00_);_(&quot;R$&quot;* \(#,##0.00\);_(&quot;R$&quot;* &quot;-&quot;??_);_(@_)" sourceLinked="1"/>
        <c:majorTickMark val="out"/>
        <c:minorTickMark val="none"/>
        <c:tickLblPos val="nextTo"/>
        <c:crossAx val="313947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2000" b="1" baseline="0">
                <a:solidFill>
                  <a:schemeClr val="tx1"/>
                </a:solidFill>
              </a:rPr>
              <a:t>REPRESENTATIVIDADE TOP 10 (VOLUME)</a:t>
            </a:r>
          </a:p>
        </c:rich>
      </c:tx>
      <c:layout>
        <c:manualLayout>
          <c:xMode val="edge"/>
          <c:yMode val="edge"/>
          <c:x val="0.18306081337448318"/>
          <c:y val="4.2226704420568119E-2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</c:plotArea>
    <c:plotVisOnly val="1"/>
    <c:dispBlanksAs val="gap"/>
    <c:showDLblsOverMax val="0"/>
    <c:extLst/>
  </c:chart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2000" b="1" baseline="0">
                <a:solidFill>
                  <a:schemeClr val="tx1"/>
                </a:solidFill>
              </a:rPr>
              <a:t>REPRESENTATIVIDADE TOP 10 (LUCRO BRUTO)</a:t>
            </a:r>
          </a:p>
        </c:rich>
      </c:tx>
      <c:layout>
        <c:manualLayout>
          <c:xMode val="edge"/>
          <c:yMode val="edge"/>
          <c:x val="0.18306081337448318"/>
          <c:y val="4.2226704420568119E-2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'TOP 10 CLIENTES'!$I$17:$I$18</c:f>
              <c:strCache>
                <c:ptCount val="2"/>
                <c:pt idx="0">
                  <c:v>23%</c:v>
                </c:pt>
                <c:pt idx="1">
                  <c:v>77%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FF96-4734-9B36-9ED3D9E8148A}"/>
              </c:ext>
            </c:extLst>
          </c:dPt>
          <c:dPt>
            <c:idx val="1"/>
            <c:bubble3D val="0"/>
            <c:spPr>
              <a:solidFill>
                <a:srgbClr val="002060"/>
              </a:solidFill>
            </c:spPr>
            <c:extLst>
              <c:ext xmlns:c16="http://schemas.microsoft.com/office/drawing/2014/chart" uri="{C3380CC4-5D6E-409C-BE32-E72D297353CC}">
                <c16:uniqueId val="{00000003-FF96-4734-9B36-9ED3D9E814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 b="1"/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val>
            <c:numRef>
              <c:f>'TOP 10 CLIENTES'!$I$17:$I$18</c:f>
              <c:numCache>
                <c:formatCode>0%</c:formatCode>
                <c:ptCount val="2"/>
                <c:pt idx="0">
                  <c:v>0.22805211310539625</c:v>
                </c:pt>
                <c:pt idx="1">
                  <c:v>0.7719478868946037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96-4734-9B36-9ED3D9E814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  <c:extLst/>
  </c:chart>
  <c:spPr>
    <a:noFill/>
    <a:ln>
      <a:noFill/>
    </a:ln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Aptos News arrow"/>
                <a:ea typeface="+mn-ea"/>
                <a:cs typeface="+mn-cs"/>
              </a:defRPr>
            </a:pPr>
            <a:r>
              <a:rPr lang="pt-BR" sz="1600" b="1">
                <a:solidFill>
                  <a:schemeClr val="tx1"/>
                </a:solidFill>
                <a:latin typeface="Aptos News arrow"/>
              </a:rPr>
              <a:t>PERDA NO</a:t>
            </a:r>
            <a:r>
              <a:rPr lang="pt-BR" sz="1600" b="1" baseline="0">
                <a:solidFill>
                  <a:schemeClr val="tx1"/>
                </a:solidFill>
                <a:latin typeface="Aptos News arrow"/>
              </a:rPr>
              <a:t> PERÍODO</a:t>
            </a:r>
            <a:endParaRPr lang="pt-BR" sz="1600" b="1">
              <a:solidFill>
                <a:schemeClr val="tx1"/>
              </a:solidFill>
              <a:latin typeface="Aptos News arrow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Aptos News arrow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'Perdidos Mês'!$G$37</c:f>
              <c:strCache>
                <c:ptCount val="1"/>
                <c:pt idx="0">
                  <c:v>VOL.MENSAL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2B31725-8CC6-44F5-A5C6-CD3097C8411C}" type="VALUE">
                      <a:rPr lang="en-US"/>
                      <a:pPr/>
                      <a:t>[VALOR]</a:t>
                    </a:fld>
                    <a:r>
                      <a:rPr lang="en-US"/>
                      <a:t> KG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1FAF-455B-BDEB-7A6E96144A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'Perdidos Mês'!$E$38</c:f>
              <c:strCache>
                <c:ptCount val="1"/>
                <c:pt idx="0">
                  <c:v>AGOSTO</c:v>
                </c:pt>
              </c:strCache>
            </c:strRef>
          </c:cat>
          <c:val>
            <c:numRef>
              <c:f>'Perdidos Mês'!$G$38</c:f>
              <c:numCache>
                <c:formatCode>0</c:formatCode>
                <c:ptCount val="1"/>
                <c:pt idx="0">
                  <c:v>1352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AF-455B-BDEB-7A6E96144AF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500"/>
        <c:axId val="2035949647"/>
        <c:axId val="2035950607"/>
      </c:barChart>
      <c:lineChart>
        <c:grouping val="standard"/>
        <c:varyColors val="0"/>
        <c:ser>
          <c:idx val="0"/>
          <c:order val="0"/>
          <c:tx>
            <c:strRef>
              <c:f>'Perdidos Mês'!$F$37</c:f>
              <c:strCache>
                <c:ptCount val="1"/>
                <c:pt idx="0">
                  <c:v>QTDE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0666328123754149E-2"/>
                  <c:y val="-1.1833248974520231E-2"/>
                </c:manualLayout>
              </c:layout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916104938713623E-2"/>
                      <c:h val="0.1013470476532260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1FAF-455B-BDEB-7A6E96144AFD}"/>
                </c:ext>
              </c:extLst>
            </c:dLbl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softEdge rad="25400"/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'Perdidos Mês'!$E$38</c:f>
              <c:strCache>
                <c:ptCount val="1"/>
                <c:pt idx="0">
                  <c:v>AGOSTO</c:v>
                </c:pt>
              </c:strCache>
            </c:strRef>
          </c:cat>
          <c:val>
            <c:numRef>
              <c:f>'Perdidos Mês'!$F$38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AF-455B-BDEB-7A6E96144A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92786591"/>
        <c:axId val="1792788511"/>
      </c:lineChart>
      <c:catAx>
        <c:axId val="20359496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50607"/>
        <c:crosses val="autoZero"/>
        <c:auto val="1"/>
        <c:lblAlgn val="ctr"/>
        <c:lblOffset val="100"/>
        <c:noMultiLvlLbl val="0"/>
      </c:catAx>
      <c:valAx>
        <c:axId val="2035950607"/>
        <c:scaling>
          <c:orientation val="minMax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49647"/>
        <c:crosses val="autoZero"/>
        <c:crossBetween val="between"/>
      </c:valAx>
      <c:valAx>
        <c:axId val="179278851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1"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92786591"/>
        <c:crosses val="max"/>
        <c:crossBetween val="between"/>
      </c:valAx>
      <c:catAx>
        <c:axId val="179278659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792788511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Aptos News arrow"/>
                <a:ea typeface="+mn-ea"/>
                <a:cs typeface="+mn-cs"/>
              </a:defRPr>
            </a:pPr>
            <a:r>
              <a:rPr lang="pt-BR" sz="1600" b="1">
                <a:solidFill>
                  <a:schemeClr val="tx1"/>
                </a:solidFill>
                <a:latin typeface="Aptos News arrow"/>
              </a:rPr>
              <a:t>PERDA</a:t>
            </a:r>
            <a:r>
              <a:rPr lang="pt-BR" sz="1600" b="1" baseline="0">
                <a:solidFill>
                  <a:schemeClr val="tx1"/>
                </a:solidFill>
                <a:latin typeface="Aptos News arrow"/>
              </a:rPr>
              <a:t> P/ MOTIVO</a:t>
            </a:r>
            <a:endParaRPr lang="pt-BR" sz="1600" b="1">
              <a:solidFill>
                <a:schemeClr val="tx1"/>
              </a:solidFill>
              <a:latin typeface="Aptos News arrow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Aptos News arrow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'Perdidos Mês'!$G$37</c:f>
              <c:strCache>
                <c:ptCount val="1"/>
                <c:pt idx="0">
                  <c:v>VOL.MENSAL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2B31725-8CC6-44F5-A5C6-CD3097C8411C}" type="VALUE">
                      <a:rPr lang="en-US"/>
                      <a:pPr/>
                      <a:t>[VALOR]</a:t>
                    </a:fld>
                    <a:r>
                      <a:rPr lang="en-US"/>
                      <a:t> KG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A28-421B-9210-51C84B0092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'Perdidos Mês'!$E$39</c:f>
              <c:strCache>
                <c:ptCount val="1"/>
                <c:pt idx="0">
                  <c:v>ENERGIA ELÉTRICA</c:v>
                </c:pt>
              </c:strCache>
            </c:strRef>
          </c:cat>
          <c:val>
            <c:numRef>
              <c:f>'Perdidos Mês'!$G$38</c:f>
              <c:numCache>
                <c:formatCode>0</c:formatCode>
                <c:ptCount val="1"/>
                <c:pt idx="0">
                  <c:v>1352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28-421B-9210-51C84B0092A9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500"/>
        <c:axId val="2035949647"/>
        <c:axId val="2035950607"/>
      </c:barChart>
      <c:lineChart>
        <c:grouping val="standard"/>
        <c:varyColors val="0"/>
        <c:ser>
          <c:idx val="0"/>
          <c:order val="0"/>
          <c:tx>
            <c:strRef>
              <c:f>'Perdidos Mês'!$F$37</c:f>
              <c:strCache>
                <c:ptCount val="1"/>
                <c:pt idx="0">
                  <c:v>QTDE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0666328123754149E-2"/>
                  <c:y val="-1.1833248974520231E-2"/>
                </c:manualLayout>
              </c:layout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916104938713623E-2"/>
                      <c:h val="0.1013470476532260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A28-421B-9210-51C84B0092A9}"/>
                </c:ext>
              </c:extLst>
            </c:dLbl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softEdge rad="25400"/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'Perdidos Mês'!$E$38</c:f>
              <c:strCache>
                <c:ptCount val="1"/>
                <c:pt idx="0">
                  <c:v>AGOSTO</c:v>
                </c:pt>
              </c:strCache>
            </c:strRef>
          </c:cat>
          <c:val>
            <c:numRef>
              <c:f>'Perdidos Mês'!$F$38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A28-421B-9210-51C84B0092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92786591"/>
        <c:axId val="1792788511"/>
      </c:lineChart>
      <c:catAx>
        <c:axId val="20359496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50607"/>
        <c:crosses val="autoZero"/>
        <c:auto val="1"/>
        <c:lblAlgn val="ctr"/>
        <c:lblOffset val="100"/>
        <c:noMultiLvlLbl val="0"/>
      </c:catAx>
      <c:valAx>
        <c:axId val="2035950607"/>
        <c:scaling>
          <c:orientation val="minMax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49647"/>
        <c:crosses val="autoZero"/>
        <c:crossBetween val="between"/>
      </c:valAx>
      <c:valAx>
        <c:axId val="179278851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92786591"/>
        <c:crosses val="max"/>
        <c:crossBetween val="between"/>
      </c:valAx>
      <c:catAx>
        <c:axId val="179278659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792788511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Planilha2!$I$3</c:f>
              <c:strCache>
                <c:ptCount val="1"/>
                <c:pt idx="0">
                  <c:v>QTD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tint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FE6-453D-8194-1FED6828AB8F}"/>
              </c:ext>
            </c:extLst>
          </c:dPt>
          <c:dPt>
            <c:idx val="1"/>
            <c:bubble3D val="0"/>
            <c:spPr>
              <a:solidFill>
                <a:schemeClr val="accent1">
                  <a:tint val="7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FE6-453D-8194-1FED6828AB8F}"/>
              </c:ext>
            </c:extLst>
          </c:dPt>
          <c:dPt>
            <c:idx val="2"/>
            <c:bubble3D val="0"/>
            <c:spPr>
              <a:solidFill>
                <a:schemeClr val="accent1">
                  <a:tint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FE6-453D-8194-1FED6828AB8F}"/>
              </c:ext>
            </c:extLst>
          </c:dPt>
          <c:dPt>
            <c:idx val="3"/>
            <c:bubble3D val="0"/>
            <c:spPr>
              <a:solidFill>
                <a:schemeClr val="accent1">
                  <a:shade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FE6-453D-8194-1FED6828AB8F}"/>
              </c:ext>
            </c:extLst>
          </c:dPt>
          <c:dPt>
            <c:idx val="4"/>
            <c:bubble3D val="0"/>
            <c:spPr>
              <a:solidFill>
                <a:schemeClr val="accent1">
                  <a:shade val="7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FE6-453D-8194-1FED6828AB8F}"/>
              </c:ext>
            </c:extLst>
          </c:dPt>
          <c:dPt>
            <c:idx val="5"/>
            <c:bubble3D val="0"/>
            <c:spPr>
              <a:solidFill>
                <a:schemeClr val="accent1">
                  <a:shade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FE6-453D-8194-1FED6828AB8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Planilha2!$H$4:$H$9</c:f>
              <c:strCache>
                <c:ptCount val="6"/>
                <c:pt idx="0">
                  <c:v>[NEGÓCIOS] VISITA DE TRANSFERÊNCIA</c:v>
                </c:pt>
                <c:pt idx="1">
                  <c:v>[NEGÓCIOS] VISITA - ANIVERSÁRIO DE CONTRATO</c:v>
                </c:pt>
                <c:pt idx="2">
                  <c:v>[NEGÓCIOS] REGULARIZAÇÃO CONTRATO</c:v>
                </c:pt>
                <c:pt idx="3">
                  <c:v>[NEGÓCIOS] VISITA PÓS VENDAS ATIVO</c:v>
                </c:pt>
                <c:pt idx="4">
                  <c:v>[NEGÓCIOS] VISIT RELACIONAMENTO</c:v>
                </c:pt>
                <c:pt idx="5">
                  <c:v>[NEGÓCIOS] COMODATO INATIVO</c:v>
                </c:pt>
              </c:strCache>
            </c:strRef>
          </c:cat>
          <c:val>
            <c:numRef>
              <c:f>Planilha2!$I$4:$I$9</c:f>
              <c:numCache>
                <c:formatCode>General</c:formatCode>
                <c:ptCount val="6"/>
                <c:pt idx="0">
                  <c:v>16</c:v>
                </c:pt>
                <c:pt idx="1">
                  <c:v>12</c:v>
                </c:pt>
                <c:pt idx="2">
                  <c:v>10</c:v>
                </c:pt>
                <c:pt idx="3">
                  <c:v>7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FE6-453D-8194-1FED6828AB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BBAFA4C-D270-44FC-B786-E0495D3A1D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AC540F-20A3-445E-A79F-381771BAA4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241DE-BE77-4699-AAB3-720AEB2B1A5A}" type="datetimeFigureOut">
              <a:rPr lang="pt-BR" smtClean="0"/>
              <a:t>25/09/2026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A02BB0-1201-4982-BE74-F4966E5B0A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41F42-A095-4C55-BAB1-3DDCFD29DE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C2D7B-17B3-45BD-A631-E81411851E1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68139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20120-F59F-43D4-9974-585AC9BC9182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54D2C-A383-4803-B28E-F450E58923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10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F583-03F3-E5C1-B894-9D5C84D4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C43436-FB1C-CBE9-6C3B-1B8DA0DA1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C79DD2-D250-B22D-2569-DCA1E2C30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126111-DDBE-F123-DB88-C56C8C76F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6DAB-6605-426D-9897-A654AC1F1CB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51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6DAB-6605-426D-9897-A654AC1F1CB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081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33A6D8-55EE-44F2-879B-F56BE61C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ADF775-1567-4BB5-A0A0-67CACE53E941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95D8D-86B8-4000-A8CD-A8CCDE66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0C83D0-4DFF-420E-A3EF-CCC6AB91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07205-0F10-4676-BF4B-938A12BBA00E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8059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7A298F-7F59-4311-AF4A-D4F8C047F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64BFE6-F5AD-431C-B37F-13E6EC25A00F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7D35B-CB71-4CC7-888E-159CBA4C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135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E9A6AC-7905-4EB8-92A6-EDCCA3D5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ADB159-A35E-4A25-B6DA-2ADD0D7AF32E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C14EC-C746-40D7-9775-AE99B099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2BDC88-C6AE-4044-B63D-EEA90E87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31A19-3822-43AA-B5C8-D8C09F93BB0A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8022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84326CE-C8A3-42FF-AB29-7FE370FE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1399B4-8CF2-4AD8-B5E6-A77CE65C44DD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C8CDFFA9-F0D8-4233-9578-8A2EA2B1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7B1DEAB-5FF8-4C46-9174-E31AB8C7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DDB958-0FC7-49F4-BD39-70E776AAEB1C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63547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BF52BB35-3931-47CF-9E14-A8521640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A2AA0-775A-4CCE-8121-4649A1A9B650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879C48EC-EFF5-456C-9383-7D33DF18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716A9341-8E74-4AE5-995E-1573FAC2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D191B-C38F-46EA-8EAA-6B3757C97CB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5014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0209AAF0-B91E-4A86-BCB0-F8FF4D9F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9B6B10-1D6E-401D-911E-B4FA26CFB681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ADAACA71-6BB0-4039-A5B4-54FDC634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F858095-7BDB-4A73-8130-6E25DBF0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47AA23-824D-4E92-9A73-8C6221AFFE72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271598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8049B455-B372-4E9B-B9DB-10953124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E45C95-BDF5-482C-987B-D1FDE91137D1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4BA51BD4-518A-4CC0-B485-BD658B06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1BF506BB-559D-49EA-BDD0-0A9326DB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ACA6A-8E4C-4F82-A4BF-3AA00424F34E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6518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5F15259-FE6E-4378-8862-020FF984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2BB89D-3F91-420A-B81D-71F4C2F39BF9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7402783-D942-4742-B04A-90537EF8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75226EA0-9747-43C8-AD04-3010DA13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95CF5-D10E-4BC6-8432-A77272182FA8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00375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dirty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F38C586-F14C-46F4-91EE-A1DB63F3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6B344E-E7C5-445B-A6E0-A4E6CAEC0D7D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F0A40B9-E859-4177-B9C7-031B0A96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37FD62F-A455-4118-A97A-EC5C8AC4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B0544C-17DE-4606-95D4-A4011F48F07E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7988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C5724A-2B4A-4D65-A082-8AFBB32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98BB06-32FE-4E43-816C-261C20F2A36E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F68676-7D52-4166-A1A5-46DDC5D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10C877-C556-41D8-8E7D-BDD68F42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FB10B-47E4-4163-B452-435C7BE7159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51823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AD02C7-CCBF-4365-994A-95A15DC3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89A257-7109-49B1-8FF9-9E40262E7C14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B27E5D-775D-40F8-8351-9FE342E4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DC663F-0A7F-40FA-96B5-A898CBEC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9E3D6-DEE4-4F8A-9FD8-9F27062C7FDD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05524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88EFB8-EC77-4957-BF77-6D3AB779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CB64DA-CFA4-46E2-8D9E-86FD3231E275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89404F-D62C-4024-8BA0-3060E2B5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843F4A-C6B0-4AC4-8265-2183DB5D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009485-919C-4615-9047-455E5F887596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493000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B27984-01D7-4866-8254-D07A8EDE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56E520-85D3-4BD2-BC9F-549D7434680F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EAA5E-5CCE-4B4C-B3D5-249D519F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858163-377B-4A25-AAD8-C86148DC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7B9FC-2940-48B0-A10E-E3F145EFA3D9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36010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ABDF08-4A0D-41C9-95D4-20DC5BD7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6B53FE-B6ED-40FF-ADA7-F289D55404BF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70A5D2-2FE0-4584-BBCA-F5E1D109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016020-6EE7-45E8-9ED0-C5C922EA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D097D-4A36-4FFE-9276-5B5CB93BD8E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29321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6E3220-8D6E-47EA-B37D-AC955733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FF366B-C54F-474C-8A64-EDAB81B6E370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9CF2A111-FF1A-46AD-8AA2-D59C78CB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248C81F-F7D8-4E22-BBBA-BEBAC11C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ECBBC6-BABE-4F98-A121-005E7F932D55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257613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CC232A16-386B-42C0-BD96-DF6D3064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782CFC-3936-4C15-9DFA-8224B0D24FBB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F0E05BE0-3871-433C-AC56-2F02672D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D0CF1E85-54D6-4219-B7BA-5011871E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D75416-07FD-4D20-8200-B5A5F8139111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23245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3E4554A6-F3F7-46FE-A925-B9BD511B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25635A-1783-431A-BD96-D3B8846C4A83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54C0AE01-4873-4A50-A5C2-2AA63E3B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46041327-4E71-47DD-A3A8-974DCF23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60A40-96F0-417B-84CD-3DE57276D487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142222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079A763D-83E2-4CAB-A38C-A5E5058E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E974AF-2DB7-4996-829E-5C938A59E886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67C0E477-CBDA-4F28-8E2C-D331A1F9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827D5E6-6050-4D93-BEC4-D27A1DCE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2B8C7-A590-40B3-9505-1C6F33F51DA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138467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7A8049E-C714-43EE-ADCB-72C999FC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89ED9F-6400-4782-9A20-2E6987D6AE01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6189EDC-0A8F-4094-8E19-CC2DF260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3236E6C-E096-4FAD-9C79-82DD13E4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4F9DF-6112-437D-8237-F329C5BD2E60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510905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9F88004-4B89-4725-9BDC-F4244781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A0AE8C-33C2-47E1-8271-7E5F90CA9936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C2DDF94-E79B-44A9-A905-39E2B614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4DBAC24-E364-46FC-9108-39A256AD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24EF28-2F24-475D-87B4-6F5AB33F3E83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018516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CA2063-62FF-4C3F-B0EB-7DBA57B5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90541A-9FAC-42DA-BE8D-F91A2A6A5BC1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DBBEB-64F8-4CB7-B3F0-C1375496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B4AC01-EB25-4B9F-92D0-B999619B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A86E53-A272-46F6-BDED-317798173A7B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746575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3F73E3-EBC2-4682-9BC5-7FF1E1C6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AB020B-5BB4-41AA-8B15-33F859889704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774F52-C541-4EB9-ADDD-33A0D46A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CE7D67-3ED7-4690-B84B-F2795B04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1F6C5-5682-4F12-B56C-EFEAB4A6A19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334826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33A6D8-55EE-44F2-879B-F56BE61C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ADF775-1567-4BB5-A0A0-67CACE53E941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95D8D-86B8-4000-A8CD-A8CCDE66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0C83D0-4DFF-420E-A3EF-CCC6AB91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07205-0F10-4676-BF4B-938A12BBA00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9583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7A298F-7F59-4311-AF4A-D4F8C047F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64BFE6-F5AD-431C-B37F-13E6EC25A00F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7D35B-CB71-4CC7-888E-159CBA4C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106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E9A6AC-7905-4EB8-92A6-EDCCA3D5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ADB159-A35E-4A25-B6DA-2ADD0D7AF32E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C14EC-C746-40D7-9775-AE99B099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2BDC88-C6AE-4044-B63D-EEA90E87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31A19-3822-43AA-B5C8-D8C09F93BB0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70595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84326CE-C8A3-42FF-AB29-7FE370FE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1399B4-8CF2-4AD8-B5E6-A77CE65C44DD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C8CDFFA9-F0D8-4233-9578-8A2EA2B1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7B1DEAB-5FF8-4C46-9174-E31AB8C7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DDB958-0FC7-49F4-BD39-70E776AAEB1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115257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BF52BB35-3931-47CF-9E14-A8521640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A2AA0-775A-4CCE-8121-4649A1A9B650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879C48EC-EFF5-456C-9383-7D33DF18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716A9341-8E74-4AE5-995E-1573FAC2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D191B-C38F-46EA-8EAA-6B3757C97CB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24150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0209AAF0-B91E-4A86-BCB0-F8FF4D9F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9B6B10-1D6E-401D-911E-B4FA26CFB681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ADAACA71-6BB0-4039-A5B4-54FDC634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F858095-7BDB-4A73-8130-6E25DBF0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47AA23-824D-4E92-9A73-8C6221AFFE7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346314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8049B455-B372-4E9B-B9DB-10953124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E45C95-BDF5-482C-987B-D1FDE91137D1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4BA51BD4-518A-4CC0-B485-BD658B06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1BF506BB-559D-49EA-BDD0-0A9326DB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ACA6A-8E4C-4F82-A4BF-3AA00424F34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843825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5F15259-FE6E-4378-8862-020FF984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2BB89D-3F91-420A-B81D-71F4C2F39BF9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7402783-D942-4742-B04A-90537EF8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75226EA0-9747-43C8-AD04-3010DA13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95CF5-D10E-4BC6-8432-A77272182FA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02432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F38C586-F14C-46F4-91EE-A1DB63F3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6B344E-E7C5-445B-A6E0-A4E6CAEC0D7D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F0A40B9-E859-4177-B9C7-031B0A96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37FD62F-A455-4118-A97A-EC5C8AC4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B0544C-17DE-4606-95D4-A4011F48F07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716046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C5724A-2B4A-4D65-A082-8AFBB32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98BB06-32FE-4E43-816C-261C20F2A36E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F68676-7D52-4166-A1A5-46DDC5D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10C877-C556-41D8-8E7D-BDD68F42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FB10B-47E4-4163-B452-435C7BE7159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10604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AD02C7-CCBF-4365-994A-95A15DC3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89A257-7109-49B1-8FF9-9E40262E7C14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B27E5D-775D-40F8-8351-9FE342E4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DC663F-0A7F-40FA-96B5-A898CBEC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9E3D6-DEE4-4F8A-9FD8-9F27062C7FD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65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  <a14:imgEffect>
                      <a14:brightnessContrast bright="10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27F66DD-42CA-42F3-B368-96CE170F628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4F4171-4D67-46DE-A9B0-241E2A115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16BFCC83-6204-443A-A1E5-B8C32D88A86F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8C0798-62A9-40A4-AF1D-75CE375AE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6D62B-0BB7-439B-8B6B-AA6DE7E46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3D90763-B4B7-48E0-9CA2-1F4E8860F417}" type="slidenum">
              <a:rPr lang="pt-BR" altLang="pt-BR"/>
              <a:pPr/>
              <a:t>‹nº›</a:t>
            </a:fld>
            <a:endParaRPr lang="pt-BR" altLang="pt-BR" dirty="0"/>
          </a:p>
        </p:txBody>
      </p:sp>
      <p:pic>
        <p:nvPicPr>
          <p:cNvPr id="8" name="Imagem 7" descr="Uma imagem contendo coisa, objeto&#10;&#10;Descrição gerada com alta confiança">
            <a:extLst>
              <a:ext uri="{FF2B5EF4-FFF2-40B4-BE49-F238E27FC236}">
                <a16:creationId xmlns:a16="http://schemas.microsoft.com/office/drawing/2014/main" id="{8E1F6F2D-AE79-4B84-93BE-94F549721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15"/>
          <a:stretch/>
        </p:blipFill>
        <p:spPr>
          <a:xfrm>
            <a:off x="9884439" y="6356350"/>
            <a:ext cx="2018001" cy="3164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  <a14:imgEffect>
                      <a14:brightnessContrast bright="10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Título 1">
            <a:extLst>
              <a:ext uri="{FF2B5EF4-FFF2-40B4-BE49-F238E27FC236}">
                <a16:creationId xmlns:a16="http://schemas.microsoft.com/office/drawing/2014/main" id="{76C9E732-1631-40D3-90B7-1FE70F3C7C9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3315" name="Espaço Reservado para Texto 2">
            <a:extLst>
              <a:ext uri="{FF2B5EF4-FFF2-40B4-BE49-F238E27FC236}">
                <a16:creationId xmlns:a16="http://schemas.microsoft.com/office/drawing/2014/main" id="{ED9837F9-0DF4-40B8-8BE7-2A828816AA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410952-47A9-4047-9054-867349481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C6A36B75-72E1-42F7-A2B9-63309453C808}" type="datetimeFigureOut">
              <a:rPr lang="pt-BR" altLang="pt-BR"/>
              <a:pPr/>
              <a:t>25/09/2026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65DC5E-54FB-4DFC-B7CA-AFAF83EC7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3ACF9-872A-4221-87D9-F6B0F640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AB132E0-8B3E-45B9-8B15-B3B28C16F2FC}" type="slidenum">
              <a:rPr lang="pt-BR" altLang="pt-BR"/>
              <a:pPr/>
              <a:t>‹nº›</a:t>
            </a:fld>
            <a:endParaRPr lang="pt-BR" altLang="pt-BR" dirty="0"/>
          </a:p>
        </p:txBody>
      </p:sp>
      <p:pic>
        <p:nvPicPr>
          <p:cNvPr id="13319" name="Imagem 6">
            <a:extLst>
              <a:ext uri="{FF2B5EF4-FFF2-40B4-BE49-F238E27FC236}">
                <a16:creationId xmlns:a16="http://schemas.microsoft.com/office/drawing/2014/main" id="{BC247381-3B15-4110-95BE-749BB5E8BF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  <a14:imgEffect>
                      <a14:brightnessContrast bright="10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27F66DD-42CA-42F3-B368-96CE170F628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4F4171-4D67-46DE-A9B0-241E2A115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16BFCC83-6204-443A-A1E5-B8C32D88A86F}" type="datetimeFigureOut">
              <a:rPr lang="pt-BR" altLang="pt-BR"/>
              <a:pPr/>
              <a:t>25/09/2026</a:t>
            </a:fld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8C0798-62A9-40A4-AF1D-75CE375AE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6D62B-0BB7-439B-8B6B-AA6DE7E46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3D90763-B4B7-48E0-9CA2-1F4E8860F417}" type="slidenum">
              <a:rPr lang="pt-BR" altLang="pt-BR"/>
              <a:pPr/>
              <a:t>‹nº›</a:t>
            </a:fld>
            <a:endParaRPr lang="pt-BR" altLang="pt-BR"/>
          </a:p>
        </p:txBody>
      </p:sp>
      <p:pic>
        <p:nvPicPr>
          <p:cNvPr id="8" name="Imagem 7" descr="Uma imagem contendo coisa, objeto&#10;&#10;Descrição gerada com alta confiança">
            <a:extLst>
              <a:ext uri="{FF2B5EF4-FFF2-40B4-BE49-F238E27FC236}">
                <a16:creationId xmlns:a16="http://schemas.microsoft.com/office/drawing/2014/main" id="{8E1F6F2D-AE79-4B84-93BE-94F549721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15"/>
          <a:stretch/>
        </p:blipFill>
        <p:spPr>
          <a:xfrm>
            <a:off x="9884439" y="6356350"/>
            <a:ext cx="2018001" cy="3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8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C5EC16A5-89BD-9AAE-CD47-1B28C32141DC}"/>
              </a:ext>
            </a:extLst>
          </p:cNvPr>
          <p:cNvGrpSpPr/>
          <p:nvPr/>
        </p:nvGrpSpPr>
        <p:grpSpPr>
          <a:xfrm>
            <a:off x="4306553" y="3858253"/>
            <a:ext cx="7633821" cy="1046440"/>
            <a:chOff x="2725205" y="1904563"/>
            <a:chExt cx="7633821" cy="104644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3D8A6A6-BDCC-44A6-A3DF-2928A1B3F309}"/>
                </a:ext>
              </a:extLst>
            </p:cNvPr>
            <p:cNvSpPr txBox="1"/>
            <p:nvPr/>
          </p:nvSpPr>
          <p:spPr>
            <a:xfrm>
              <a:off x="2752455" y="1904563"/>
              <a:ext cx="760657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Apresentação de Resultados: </a:t>
              </a:r>
              <a:r>
                <a:rPr lang="pt-BR" sz="28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Agosto/2026</a:t>
              </a:r>
            </a:p>
            <a:p>
              <a:pPr algn="r"/>
              <a:r>
                <a:rPr lang="pt-BR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Consultor:</a:t>
              </a:r>
              <a:r>
                <a:rPr lang="pt-BR" sz="28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 Rodrigo Carvalho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C7FB4FA2-CEA1-244D-155B-791B4FDC6208}"/>
                </a:ext>
              </a:extLst>
            </p:cNvPr>
            <p:cNvSpPr txBox="1"/>
            <p:nvPr/>
          </p:nvSpPr>
          <p:spPr>
            <a:xfrm>
              <a:off x="2725205" y="2427783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3200" b="1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defRPr>
              </a:lvl1pPr>
            </a:lstStyle>
            <a:p>
              <a:pPr algn="r"/>
              <a:endParaRPr lang="pt-BR" sz="2800" b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11CF-EAC0-0178-CCD9-FDFAC8240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0C49517-3C02-BD50-1CB6-004389FBCCC2}"/>
              </a:ext>
            </a:extLst>
          </p:cNvPr>
          <p:cNvSpPr txBox="1"/>
          <p:nvPr/>
        </p:nvSpPr>
        <p:spPr>
          <a:xfrm>
            <a:off x="2731675" y="1016191"/>
            <a:ext cx="565435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700" b="1" dirty="0"/>
              <a:t>Comércio/Serviço – </a:t>
            </a:r>
            <a:r>
              <a:rPr lang="pt-BR" sz="1700" dirty="0"/>
              <a:t>249 clientes</a:t>
            </a:r>
          </a:p>
          <a:p>
            <a:r>
              <a:rPr lang="pt-BR" sz="1700" dirty="0"/>
              <a:t>Faturamento: R$ 709,7 mil</a:t>
            </a:r>
          </a:p>
          <a:p>
            <a:r>
              <a:rPr lang="pt-BR" sz="1700" dirty="0"/>
              <a:t>Lucro Bruto: R$ 316,2 mil</a:t>
            </a:r>
          </a:p>
          <a:p>
            <a:r>
              <a:rPr lang="pt-BR" sz="1700" dirty="0"/>
              <a:t>Volume (kg): 93,4 TON</a:t>
            </a:r>
          </a:p>
          <a:p>
            <a:r>
              <a:rPr lang="pt-BR" sz="1700" b="1" i="1" dirty="0"/>
              <a:t>Representatividade Volume: 46 % </a:t>
            </a:r>
          </a:p>
          <a:p>
            <a:r>
              <a:rPr lang="pt-BR" sz="1700" b="1" i="1" dirty="0"/>
              <a:t>Representatividade LB: 43 %</a:t>
            </a:r>
          </a:p>
          <a:p>
            <a:r>
              <a:rPr lang="pt-BR" sz="1700" b="1" i="1" dirty="0"/>
              <a:t>Margem Bruta – R$ 3,39</a:t>
            </a:r>
          </a:p>
          <a:p>
            <a:endParaRPr lang="pt-BR" sz="17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CE21DB-3B79-AAE7-70B4-F97BF62B8618}"/>
              </a:ext>
            </a:extLst>
          </p:cNvPr>
          <p:cNvSpPr txBox="1"/>
          <p:nvPr/>
        </p:nvSpPr>
        <p:spPr>
          <a:xfrm>
            <a:off x="4177797" y="2864312"/>
            <a:ext cx="528252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700" b="1" dirty="0"/>
              <a:t>Indústrias - </a:t>
            </a:r>
            <a:r>
              <a:rPr lang="pt-BR" sz="1700" dirty="0"/>
              <a:t>68 clientes</a:t>
            </a:r>
          </a:p>
          <a:p>
            <a:pPr algn="r"/>
            <a:r>
              <a:rPr lang="pt-BR" sz="1700" dirty="0"/>
              <a:t>Faturamento: R$ 505,6 mil</a:t>
            </a:r>
          </a:p>
          <a:p>
            <a:pPr algn="r"/>
            <a:r>
              <a:rPr lang="pt-BR" sz="1700" dirty="0"/>
              <a:t>Lucro Bruto: R$ 222,7 mil</a:t>
            </a:r>
          </a:p>
          <a:p>
            <a:pPr algn="r"/>
            <a:r>
              <a:rPr lang="pt-BR" sz="1700" dirty="0"/>
              <a:t>Volume (kg): 67,1 TON</a:t>
            </a:r>
          </a:p>
          <a:p>
            <a:pPr algn="r"/>
            <a:r>
              <a:rPr lang="pt-BR" sz="1700" b="1" i="1" dirty="0"/>
              <a:t>Representatividade Volume: 33 % </a:t>
            </a:r>
          </a:p>
          <a:p>
            <a:pPr algn="r"/>
            <a:r>
              <a:rPr lang="pt-BR" sz="1700" b="1" i="1" dirty="0"/>
              <a:t>Representatividade LB: 30 %</a:t>
            </a:r>
          </a:p>
          <a:p>
            <a:pPr algn="r"/>
            <a:r>
              <a:rPr lang="pt-BR" sz="1700" b="1" i="1" dirty="0"/>
              <a:t>Margem Bruta – R$ 3,32</a:t>
            </a:r>
          </a:p>
          <a:p>
            <a:pPr algn="r"/>
            <a:endParaRPr lang="pt-BR" sz="1700" b="1" i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7B187EB-E82E-B0F6-7A58-CE55943279AD}"/>
              </a:ext>
            </a:extLst>
          </p:cNvPr>
          <p:cNvSpPr txBox="1"/>
          <p:nvPr/>
        </p:nvSpPr>
        <p:spPr>
          <a:xfrm>
            <a:off x="2579275" y="4712433"/>
            <a:ext cx="54510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700" b="1" dirty="0"/>
              <a:t>Condomínios/Residências - </a:t>
            </a:r>
            <a:r>
              <a:rPr lang="pt-BR" sz="1700" dirty="0"/>
              <a:t>81 clientes </a:t>
            </a:r>
          </a:p>
          <a:p>
            <a:r>
              <a:rPr lang="pt-BR" sz="1700" dirty="0"/>
              <a:t>Faturamento: R$ 371,2 mil</a:t>
            </a:r>
          </a:p>
          <a:p>
            <a:r>
              <a:rPr lang="pt-BR" sz="1700" dirty="0"/>
              <a:t>Lucro Bruto: R$ 199,6 mil</a:t>
            </a:r>
          </a:p>
          <a:p>
            <a:r>
              <a:rPr lang="pt-BR" sz="1700" dirty="0"/>
              <a:t>Volume (kg): 40,7 TON</a:t>
            </a:r>
          </a:p>
          <a:p>
            <a:r>
              <a:rPr lang="pt-BR" sz="1700" b="1" i="1" dirty="0"/>
              <a:t>Representatividade Volume: 20 % </a:t>
            </a:r>
          </a:p>
          <a:p>
            <a:r>
              <a:rPr lang="pt-BR" sz="1700" b="1" i="1" dirty="0"/>
              <a:t>Representatividade LB: 27 %</a:t>
            </a:r>
          </a:p>
          <a:p>
            <a:r>
              <a:rPr lang="pt-BR" sz="1700" b="1" i="1" dirty="0"/>
              <a:t>Margem Bruta – R$ 4,90</a:t>
            </a:r>
          </a:p>
          <a:p>
            <a:endParaRPr lang="pt-BR" sz="1700" b="1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EB54DE8-5E1D-AF02-249D-D68198DB534D}"/>
              </a:ext>
            </a:extLst>
          </p:cNvPr>
          <p:cNvSpPr/>
          <p:nvPr/>
        </p:nvSpPr>
        <p:spPr>
          <a:xfrm>
            <a:off x="355600" y="179963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VENDAS POR SEGMENTO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F098B292-68F3-8A51-32E5-624690A06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4884432"/>
            <a:ext cx="2214914" cy="15696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2D62A1BB-24BD-C7EC-13FE-675427CAE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474" y="2941080"/>
            <a:ext cx="2224606" cy="1475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6AF8735A-9CAA-3758-7A4F-9C2AD3E09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" y="1188738"/>
            <a:ext cx="2214914" cy="1475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5871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6CFFD4A-ABDE-FBB4-D3D2-216D36D1856E}"/>
              </a:ext>
            </a:extLst>
          </p:cNvPr>
          <p:cNvSpPr txBox="1"/>
          <p:nvPr/>
        </p:nvSpPr>
        <p:spPr>
          <a:xfrm>
            <a:off x="524751" y="1160284"/>
            <a:ext cx="35641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1. PINDAMONHANGABA</a:t>
            </a:r>
          </a:p>
          <a:p>
            <a:r>
              <a:rPr lang="pt-BR" dirty="0"/>
              <a:t>Faturamento: R$ 418,4 mil</a:t>
            </a:r>
          </a:p>
          <a:p>
            <a:r>
              <a:rPr lang="pt-BR" dirty="0"/>
              <a:t>Lucro Bruto: R$ 174,4 mil</a:t>
            </a:r>
          </a:p>
          <a:p>
            <a:r>
              <a:rPr lang="pt-BR" dirty="0"/>
              <a:t>Volume (kg): 57,9 TON</a:t>
            </a:r>
          </a:p>
          <a:p>
            <a:r>
              <a:rPr lang="pt-BR" b="1" i="1" dirty="0"/>
              <a:t>Representatividade Volume: 29 % </a:t>
            </a:r>
          </a:p>
          <a:p>
            <a:r>
              <a:rPr lang="pt-BR" b="1" i="1" dirty="0"/>
              <a:t>Representatividade LB: 11 %</a:t>
            </a:r>
            <a:endParaRPr lang="pt-BR" dirty="0"/>
          </a:p>
          <a:p>
            <a:r>
              <a:rPr lang="pt-BR" b="1" i="1" dirty="0"/>
              <a:t>Preço Médio: R$ 7,23</a:t>
            </a:r>
          </a:p>
          <a:p>
            <a:r>
              <a:rPr lang="pt-BR" b="1" i="1" dirty="0"/>
              <a:t>Margem Bruta – R$ 3,01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636464E-087C-DAB5-3138-67B9F1C7FF67}"/>
              </a:ext>
            </a:extLst>
          </p:cNvPr>
          <p:cNvSpPr txBox="1"/>
          <p:nvPr/>
        </p:nvSpPr>
        <p:spPr>
          <a:xfrm>
            <a:off x="4246602" y="2236538"/>
            <a:ext cx="3564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2. TAUBATE</a:t>
            </a:r>
          </a:p>
          <a:p>
            <a:r>
              <a:rPr lang="pt-BR" dirty="0"/>
              <a:t>Faturamento: R$ 335,1 mil</a:t>
            </a:r>
          </a:p>
          <a:p>
            <a:r>
              <a:rPr lang="pt-BR" dirty="0"/>
              <a:t>Lucro Bruto: R$  156 mil</a:t>
            </a:r>
          </a:p>
          <a:p>
            <a:r>
              <a:rPr lang="pt-BR" dirty="0"/>
              <a:t>Volume (kg): 42,5 TON</a:t>
            </a:r>
          </a:p>
          <a:p>
            <a:r>
              <a:rPr lang="pt-BR" b="1" i="1" dirty="0"/>
              <a:t>Representatividade Volume: 21 % </a:t>
            </a:r>
          </a:p>
          <a:p>
            <a:r>
              <a:rPr lang="pt-BR" b="1" i="1" dirty="0"/>
              <a:t>Representatividade LB: 10 %</a:t>
            </a:r>
            <a:br>
              <a:rPr lang="pt-BR" dirty="0"/>
            </a:br>
            <a:r>
              <a:rPr lang="pt-BR" b="1" i="1" dirty="0"/>
              <a:t>Preço Médio: R$ 7,88	</a:t>
            </a:r>
          </a:p>
          <a:p>
            <a:r>
              <a:rPr lang="pt-BR" b="1" i="1" dirty="0"/>
              <a:t>Margem Bruta – R$ 3,67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47B923-9606-55D1-F076-E02D1183E7DE}"/>
              </a:ext>
            </a:extLst>
          </p:cNvPr>
          <p:cNvSpPr/>
          <p:nvPr/>
        </p:nvSpPr>
        <p:spPr>
          <a:xfrm>
            <a:off x="355600" y="351413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TOP 3 CIDADES (VOLUME)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C2F6FE-9425-5D11-DBC4-8BEF22907B5F}"/>
              </a:ext>
            </a:extLst>
          </p:cNvPr>
          <p:cNvSpPr txBox="1"/>
          <p:nvPr/>
        </p:nvSpPr>
        <p:spPr>
          <a:xfrm>
            <a:off x="7705149" y="3980036"/>
            <a:ext cx="3564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3. APARECIDA</a:t>
            </a:r>
          </a:p>
          <a:p>
            <a:r>
              <a:rPr lang="pt-BR" dirty="0"/>
              <a:t>Faturamento: R$ 143,6 mil</a:t>
            </a:r>
          </a:p>
          <a:p>
            <a:r>
              <a:rPr lang="pt-BR" dirty="0"/>
              <a:t>Lucro Bruto: R$ 62,4 mil</a:t>
            </a:r>
          </a:p>
          <a:p>
            <a:r>
              <a:rPr lang="pt-BR" dirty="0"/>
              <a:t>Volume (kg): 19,2 TON</a:t>
            </a:r>
          </a:p>
          <a:p>
            <a:r>
              <a:rPr lang="pt-BR" b="1" i="1" dirty="0"/>
              <a:t>Representatividade Volume: 10 % </a:t>
            </a:r>
          </a:p>
          <a:p>
            <a:r>
              <a:rPr lang="pt-BR" b="1" i="1" dirty="0"/>
              <a:t>Representatividade LB: 4 %</a:t>
            </a:r>
            <a:br>
              <a:rPr lang="pt-BR" dirty="0"/>
            </a:br>
            <a:r>
              <a:rPr lang="pt-BR" b="1" i="1" dirty="0"/>
              <a:t>Preço Médio: R$ 7,45	</a:t>
            </a:r>
          </a:p>
          <a:p>
            <a:r>
              <a:rPr lang="pt-BR" b="1" i="1" dirty="0"/>
              <a:t>Margem Bruta – R$ 3,24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BD56E8-7852-DA9D-22A5-73B25E130172}"/>
              </a:ext>
            </a:extLst>
          </p:cNvPr>
          <p:cNvSpPr txBox="1"/>
          <p:nvPr/>
        </p:nvSpPr>
        <p:spPr>
          <a:xfrm>
            <a:off x="8324274" y="1160284"/>
            <a:ext cx="38677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20 CIDADES ATENDIDAS (398 clientes)</a:t>
            </a:r>
          </a:p>
          <a:p>
            <a:endParaRPr lang="pt-BR" b="1" dirty="0"/>
          </a:p>
          <a:p>
            <a:r>
              <a:rPr lang="pt-BR" b="1" dirty="0"/>
              <a:t>FATURAMENTO: </a:t>
            </a:r>
            <a:r>
              <a:rPr lang="pt-BR" dirty="0"/>
              <a:t>R$ 1,59 MM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VOLUME (kg): </a:t>
            </a:r>
            <a:r>
              <a:rPr lang="pt-BR" dirty="0"/>
              <a:t>201,2 TON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LUCRO BRUTO: </a:t>
            </a:r>
            <a:r>
              <a:rPr lang="pt-BR" dirty="0"/>
              <a:t> R$ 738,54 mil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206938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C55C-D714-44FD-3B28-CB1E6BB2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4F85882-4D79-DF74-F92E-1A29B4B9E36E}"/>
              </a:ext>
            </a:extLst>
          </p:cNvPr>
          <p:cNvSpPr/>
          <p:nvPr/>
        </p:nvSpPr>
        <p:spPr>
          <a:xfrm>
            <a:off x="355600" y="90145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MARGEM BRUTA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CaixaDeTexto 22">
            <a:extLst>
              <a:ext uri="{FF2B5EF4-FFF2-40B4-BE49-F238E27FC236}">
                <a16:creationId xmlns:a16="http://schemas.microsoft.com/office/drawing/2014/main" id="{4ABAFAE7-D9A7-BC4B-537B-DB13FBCBFA03}"/>
              </a:ext>
            </a:extLst>
          </p:cNvPr>
          <p:cNvSpPr txBox="1"/>
          <p:nvPr/>
        </p:nvSpPr>
        <p:spPr>
          <a:xfrm>
            <a:off x="5303047" y="585252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marL="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pt-BR" sz="2000" b="1" dirty="0">
                <a:solidFill>
                  <a:srgbClr val="1E3879"/>
                </a:solidFill>
              </a:rPr>
              <a:t>2025</a:t>
            </a:r>
          </a:p>
        </p:txBody>
      </p:sp>
      <p:sp>
        <p:nvSpPr>
          <p:cNvPr id="6" name="CaixaDeTexto 22">
            <a:extLst>
              <a:ext uri="{FF2B5EF4-FFF2-40B4-BE49-F238E27FC236}">
                <a16:creationId xmlns:a16="http://schemas.microsoft.com/office/drawing/2014/main" id="{8AD68E88-997D-5765-F42E-305107B36A16}"/>
              </a:ext>
            </a:extLst>
          </p:cNvPr>
          <p:cNvSpPr txBox="1"/>
          <p:nvPr/>
        </p:nvSpPr>
        <p:spPr>
          <a:xfrm>
            <a:off x="5303046" y="3545296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marL="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indent="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pt-BR" sz="2000" b="1" dirty="0">
                <a:solidFill>
                  <a:srgbClr val="1E3879"/>
                </a:solidFill>
              </a:rPr>
              <a:t>2026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22BC616-51EA-EFD8-ED29-E7293B9CFDF7}"/>
              </a:ext>
            </a:extLst>
          </p:cNvPr>
          <p:cNvSpPr/>
          <p:nvPr/>
        </p:nvSpPr>
        <p:spPr>
          <a:xfrm>
            <a:off x="10370980" y="871489"/>
            <a:ext cx="1707502" cy="6463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Preço Médio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  R$ 7,44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3A073DE-EC6F-C26B-22FC-24C7B0E57A19}"/>
              </a:ext>
            </a:extLst>
          </p:cNvPr>
          <p:cNvSpPr/>
          <p:nvPr/>
        </p:nvSpPr>
        <p:spPr>
          <a:xfrm>
            <a:off x="10370980" y="1709139"/>
            <a:ext cx="1707502" cy="6463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Refinaria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   R$ 4,24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D0E83C9-AAC5-6AAB-0C40-EB14C9108256}"/>
              </a:ext>
            </a:extLst>
          </p:cNvPr>
          <p:cNvSpPr/>
          <p:nvPr/>
        </p:nvSpPr>
        <p:spPr>
          <a:xfrm>
            <a:off x="10370980" y="2546789"/>
            <a:ext cx="1707502" cy="6463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Margem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  R$ 3,69 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852D907B-5083-E719-228B-D0C58F264B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5130503"/>
              </p:ext>
            </p:extLst>
          </p:nvPr>
        </p:nvGraphicFramePr>
        <p:xfrm>
          <a:off x="551161" y="888695"/>
          <a:ext cx="9731525" cy="2648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1921457-6991-A0FD-89E9-EED574A5C00D}"/>
              </a:ext>
            </a:extLst>
          </p:cNvPr>
          <p:cNvSpPr/>
          <p:nvPr/>
        </p:nvSpPr>
        <p:spPr>
          <a:xfrm>
            <a:off x="10370980" y="3622240"/>
            <a:ext cx="1707502" cy="6463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Preço Médio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R$ 7,88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D8A1860-404C-9B2D-E6C4-F6C84CC7A8CE}"/>
              </a:ext>
            </a:extLst>
          </p:cNvPr>
          <p:cNvSpPr/>
          <p:nvPr/>
        </p:nvSpPr>
        <p:spPr>
          <a:xfrm>
            <a:off x="10370980" y="4459890"/>
            <a:ext cx="1707502" cy="6463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Refinaria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 R$ 4,21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80BA3BB-E6CE-565D-5185-46EA02AF95F0}"/>
              </a:ext>
            </a:extLst>
          </p:cNvPr>
          <p:cNvSpPr/>
          <p:nvPr/>
        </p:nvSpPr>
        <p:spPr>
          <a:xfrm>
            <a:off x="10370980" y="5297540"/>
            <a:ext cx="1707502" cy="6463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Margem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R$ 3,67 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221D9C3-A158-50BB-B41B-CEC363C7F89A}"/>
              </a:ext>
            </a:extLst>
          </p:cNvPr>
          <p:cNvCxnSpPr>
            <a:cxnSpLocks/>
          </p:cNvCxnSpPr>
          <p:nvPr/>
        </p:nvCxnSpPr>
        <p:spPr>
          <a:xfrm>
            <a:off x="355600" y="3505601"/>
            <a:ext cx="1125728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B8FCA6BB-FE5B-23EC-2BFC-3C7AEE628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79" y="3745351"/>
            <a:ext cx="9504488" cy="316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7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9796-67D7-7C67-A9E3-33B3FD4E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16497BD-AF9F-4976-6BF0-00A508227233}"/>
              </a:ext>
            </a:extLst>
          </p:cNvPr>
          <p:cNvSpPr/>
          <p:nvPr/>
        </p:nvSpPr>
        <p:spPr>
          <a:xfrm>
            <a:off x="302267" y="155384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VOLUME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84E7B6DF-F210-3199-4362-7EAC203F95B9}"/>
              </a:ext>
            </a:extLst>
          </p:cNvPr>
          <p:cNvCxnSpPr>
            <a:cxnSpLocks/>
          </p:cNvCxnSpPr>
          <p:nvPr/>
        </p:nvCxnSpPr>
        <p:spPr>
          <a:xfrm>
            <a:off x="457200" y="4628001"/>
            <a:ext cx="1125728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34D5E5B-388F-11E6-9015-5C4C3D200345}"/>
              </a:ext>
            </a:extLst>
          </p:cNvPr>
          <p:cNvCxnSpPr>
            <a:cxnSpLocks/>
          </p:cNvCxnSpPr>
          <p:nvPr/>
        </p:nvCxnSpPr>
        <p:spPr>
          <a:xfrm flipV="1">
            <a:off x="5943600" y="4628001"/>
            <a:ext cx="0" cy="1926803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2C5F66F-EB14-51ED-CF3C-A25DBBD27C99}"/>
              </a:ext>
            </a:extLst>
          </p:cNvPr>
          <p:cNvSpPr txBox="1"/>
          <p:nvPr/>
        </p:nvSpPr>
        <p:spPr>
          <a:xfrm>
            <a:off x="517225" y="4793968"/>
            <a:ext cx="53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Entregamos 11% a mais que o mesmo período do ano passado (+19,5 </a:t>
            </a:r>
            <a:r>
              <a:rPr lang="pt-BR" dirty="0" err="1"/>
              <a:t>ton</a:t>
            </a:r>
            <a:r>
              <a:rPr lang="pt-BR" dirty="0"/>
              <a:t>).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7A17DE3-4873-8C23-A5D6-04FE06E3CAE0}"/>
              </a:ext>
            </a:extLst>
          </p:cNvPr>
          <p:cNvSpPr txBox="1"/>
          <p:nvPr/>
        </p:nvSpPr>
        <p:spPr>
          <a:xfrm>
            <a:off x="6062391" y="4793968"/>
            <a:ext cx="5612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No acumulado, entregamos 256,8 TON à mais que o mesmo período do ano anterior, representando 20% de acréscimo.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45DA32-0175-34E9-DD89-A55ACCF8A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25" y="762879"/>
            <a:ext cx="5047926" cy="381642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6E7CE83-942D-A2C1-4EAB-8C89EBB7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572" y="750686"/>
            <a:ext cx="5054022" cy="38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9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DAEEFD2-43D3-128A-62B3-4A8F6B0D1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67" y="800225"/>
            <a:ext cx="5054022" cy="381033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D49A1E5-3A6A-9403-D041-90BBCF8A460D}"/>
              </a:ext>
            </a:extLst>
          </p:cNvPr>
          <p:cNvSpPr/>
          <p:nvPr/>
        </p:nvSpPr>
        <p:spPr>
          <a:xfrm>
            <a:off x="355600" y="155463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LUCRO BRUTO 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5553ED4-5CB7-F3AD-790B-53F9C64F998D}"/>
              </a:ext>
            </a:extLst>
          </p:cNvPr>
          <p:cNvCxnSpPr>
            <a:cxnSpLocks/>
          </p:cNvCxnSpPr>
          <p:nvPr/>
        </p:nvCxnSpPr>
        <p:spPr>
          <a:xfrm>
            <a:off x="457200" y="4578271"/>
            <a:ext cx="1125728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2550350-DB0E-20CF-FE74-6145E8864FEF}"/>
              </a:ext>
            </a:extLst>
          </p:cNvPr>
          <p:cNvCxnSpPr>
            <a:cxnSpLocks/>
          </p:cNvCxnSpPr>
          <p:nvPr/>
        </p:nvCxnSpPr>
        <p:spPr>
          <a:xfrm flipV="1">
            <a:off x="5943600" y="4578271"/>
            <a:ext cx="0" cy="209684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2F978BC-05F0-6C5F-E27F-BE0CB51DA6DC}"/>
              </a:ext>
            </a:extLst>
          </p:cNvPr>
          <p:cNvSpPr txBox="1"/>
          <p:nvPr/>
        </p:nvSpPr>
        <p:spPr>
          <a:xfrm>
            <a:off x="542910" y="4707662"/>
            <a:ext cx="539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600" dirty="0"/>
              <a:t>Superamos R$ 164,2 mil de lucro bruto em relação a meta proposta pela companhia.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249AD5-3B9A-1889-AC4E-3A86DCE42CBD}"/>
              </a:ext>
            </a:extLst>
          </p:cNvPr>
          <p:cNvSpPr txBox="1"/>
          <p:nvPr/>
        </p:nvSpPr>
        <p:spPr>
          <a:xfrm>
            <a:off x="5949331" y="4696517"/>
            <a:ext cx="5612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Estamos 31% acima do acumulado em relação ao mesmo período no ano passado, superando em R</a:t>
            </a:r>
            <a:r>
              <a:rPr lang="pt-BR" dirty="0">
                <a:solidFill>
                  <a:srgbClr val="000000"/>
                </a:solidFill>
                <a:latin typeface="Aptos Narrow" panose="020B0004020202020204" pitchFamily="34" charset="0"/>
              </a:rPr>
              <a:t>$ 1,26 MM.</a:t>
            </a:r>
            <a:endParaRPr lang="pt-BR" dirty="0"/>
          </a:p>
          <a:p>
            <a:pPr marL="285750" indent="-285750">
              <a:buFontTx/>
              <a:buChar char="-"/>
            </a:pPr>
            <a:endParaRPr lang="pt-BR" dirty="0"/>
          </a:p>
          <a:p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172E0D0-5F2D-B5A4-981B-2B746A24CDEF}"/>
              </a:ext>
            </a:extLst>
          </p:cNvPr>
          <p:cNvSpPr/>
          <p:nvPr/>
        </p:nvSpPr>
        <p:spPr>
          <a:xfrm>
            <a:off x="4258653" y="1238844"/>
            <a:ext cx="951558" cy="462912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</a:rPr>
              <a:t>128,59%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84C2F2D-0DDD-EC32-8639-F8F6BD23F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12" y="791080"/>
            <a:ext cx="5054022" cy="38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3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B6AF-AC2A-5CF0-8BF1-AA360B13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7A99826-2D0D-B69B-8BAD-B103A028349B}"/>
              </a:ext>
            </a:extLst>
          </p:cNvPr>
          <p:cNvSpPr/>
          <p:nvPr/>
        </p:nvSpPr>
        <p:spPr>
          <a:xfrm>
            <a:off x="359512" y="108812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TOP 10 - VOLUME</a:t>
            </a:r>
            <a:endParaRPr lang="pt-BR" dirty="0">
              <a:solidFill>
                <a:schemeClr val="bg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0000000-0008-0000-01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0080045"/>
              </p:ext>
            </p:extLst>
          </p:nvPr>
        </p:nvGraphicFramePr>
        <p:xfrm>
          <a:off x="1089253" y="3815931"/>
          <a:ext cx="4371706" cy="3042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340E8BAB-4F4A-6F39-4E15-86EA177CD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0263"/>
            <a:ext cx="12192000" cy="374468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9452382-9CA1-4D0F-1A39-7C6648C53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25" y="4015292"/>
            <a:ext cx="4371211" cy="3042168"/>
          </a:xfrm>
          <a:prstGeom prst="rect">
            <a:avLst/>
          </a:prstGeom>
        </p:spPr>
      </p:pic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00000000-0008-0000-0100-000008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147708"/>
              </p:ext>
            </p:extLst>
          </p:nvPr>
        </p:nvGraphicFramePr>
        <p:xfrm>
          <a:off x="6348547" y="4015391"/>
          <a:ext cx="4371706" cy="3042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0528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D49A1E5-3A6A-9403-D041-90BBCF8A460D}"/>
              </a:ext>
            </a:extLst>
          </p:cNvPr>
          <p:cNvSpPr/>
          <p:nvPr/>
        </p:nvSpPr>
        <p:spPr>
          <a:xfrm>
            <a:off x="355600" y="108807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NOVOS NEGÓCIOS 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D2F0EA-E8A5-9296-B577-7F71F679A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" y="954915"/>
            <a:ext cx="11993943" cy="519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ACA47-703D-32AB-DF53-DFE9D591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28DE185-B983-31BC-1423-9093B5C0B750}"/>
              </a:ext>
            </a:extLst>
          </p:cNvPr>
          <p:cNvSpPr/>
          <p:nvPr/>
        </p:nvSpPr>
        <p:spPr>
          <a:xfrm>
            <a:off x="355600" y="351413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PERDA</a:t>
            </a:r>
            <a:endParaRPr lang="pt-BR" dirty="0">
              <a:solidFill>
                <a:schemeClr val="bg1"/>
              </a:solidFill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D3AC3ED-5F15-4394-8074-CB3B6E6B1F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59648"/>
              </p:ext>
            </p:extLst>
          </p:nvPr>
        </p:nvGraphicFramePr>
        <p:xfrm>
          <a:off x="-193562" y="1891188"/>
          <a:ext cx="6396038" cy="3929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010FBE84-A886-44C6-B381-1FB2354983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220627"/>
              </p:ext>
            </p:extLst>
          </p:nvPr>
        </p:nvGraphicFramePr>
        <p:xfrm>
          <a:off x="5885021" y="1891187"/>
          <a:ext cx="6396038" cy="3929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534EEBC-A55C-F388-792F-0A05426D6BA0}"/>
              </a:ext>
            </a:extLst>
          </p:cNvPr>
          <p:cNvCxnSpPr>
            <a:cxnSpLocks/>
          </p:cNvCxnSpPr>
          <p:nvPr/>
        </p:nvCxnSpPr>
        <p:spPr>
          <a:xfrm>
            <a:off x="6085840" y="1891187"/>
            <a:ext cx="10160" cy="3664882"/>
          </a:xfrm>
          <a:prstGeom prst="line">
            <a:avLst/>
          </a:prstGeom>
          <a:ln w="28575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2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2534-9393-B280-065B-767128AF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8DACA5E-07FF-CDE4-6BA0-0152AC259AE8}"/>
              </a:ext>
            </a:extLst>
          </p:cNvPr>
          <p:cNvSpPr/>
          <p:nvPr/>
        </p:nvSpPr>
        <p:spPr>
          <a:xfrm>
            <a:off x="355600" y="164799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COMODATO INATIVO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F22DFC-DEF8-E3EA-0C8D-81096B19D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045030"/>
            <a:ext cx="11460480" cy="490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3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57BC-C511-FA3F-0316-36D2A786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A57D05E-C458-D006-C8F6-47ED40FC5EA5}"/>
              </a:ext>
            </a:extLst>
          </p:cNvPr>
          <p:cNvSpPr/>
          <p:nvPr/>
        </p:nvSpPr>
        <p:spPr>
          <a:xfrm>
            <a:off x="355600" y="351413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OCORRÊNCIA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3C3CA01-5A4B-EFCC-279A-712C9A0C8260}"/>
              </a:ext>
            </a:extLst>
          </p:cNvPr>
          <p:cNvSpPr txBox="1"/>
          <p:nvPr/>
        </p:nvSpPr>
        <p:spPr>
          <a:xfrm>
            <a:off x="758441" y="5675590"/>
            <a:ext cx="5394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600" dirty="0"/>
              <a:t>Aproveitamento de 65% do consumo previsto;</a:t>
            </a:r>
          </a:p>
          <a:p>
            <a:pPr marL="285750" indent="-285750">
              <a:buFontTx/>
              <a:buChar char="-"/>
            </a:pPr>
            <a:endParaRPr lang="pt-BR" sz="1600" dirty="0"/>
          </a:p>
          <a:p>
            <a:pPr marL="285750" indent="-285750">
              <a:buFontTx/>
              <a:buChar char="-"/>
            </a:pPr>
            <a:r>
              <a:rPr lang="pt-BR" sz="1600" dirty="0"/>
              <a:t>Sem devoluções</a:t>
            </a: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BF2C10E8-5B49-478B-F9F0-E547C2D76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8582516"/>
              </p:ext>
            </p:extLst>
          </p:nvPr>
        </p:nvGraphicFramePr>
        <p:xfrm>
          <a:off x="5669280" y="1354060"/>
          <a:ext cx="6294845" cy="3630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B500E3BA-D56B-CFF2-34ED-F712E5619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553018"/>
            <a:ext cx="5313680" cy="1863371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1C32CF8E-310B-0329-CBF8-EF45CC9DC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315" y="4003690"/>
            <a:ext cx="42862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93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2093B2-90D9-BC40-ED94-E0F9FB99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9B289B1-02AA-8F3D-9D61-F9C31812DF26}"/>
              </a:ext>
            </a:extLst>
          </p:cNvPr>
          <p:cNvSpPr/>
          <p:nvPr/>
        </p:nvSpPr>
        <p:spPr>
          <a:xfrm>
            <a:off x="355600" y="351413"/>
            <a:ext cx="11460480" cy="558800"/>
          </a:xfrm>
          <a:prstGeom prst="roundRect">
            <a:avLst/>
          </a:prstGeom>
          <a:solidFill>
            <a:srgbClr val="1E387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SUCESSO 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5CD27E2-856C-FBC9-99EE-623E083F623D}"/>
              </a:ext>
            </a:extLst>
          </p:cNvPr>
          <p:cNvSpPr/>
          <p:nvPr/>
        </p:nvSpPr>
        <p:spPr>
          <a:xfrm>
            <a:off x="3621004" y="2375742"/>
            <a:ext cx="4929672" cy="21065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</a:endParaRPr>
          </a:p>
          <a:p>
            <a:pPr algn="ctr"/>
            <a:r>
              <a:rPr lang="pt-BR" sz="2000" b="1">
                <a:solidFill>
                  <a:schemeClr val="tx1"/>
                </a:solidFill>
              </a:rPr>
              <a:t>OPORTUNIDADES DE INDICAÇÃO</a:t>
            </a:r>
            <a:endParaRPr lang="pt-BR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ctr">
              <a:buFontTx/>
              <a:buChar char="-"/>
            </a:pP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756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B056-B9D5-00BB-3072-E924BF7F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F0CA7A1-0417-A293-8ED4-994C32397115}"/>
              </a:ext>
            </a:extLst>
          </p:cNvPr>
          <p:cNvSpPr txBox="1"/>
          <p:nvPr/>
        </p:nvSpPr>
        <p:spPr>
          <a:xfrm>
            <a:off x="3955318" y="-13241"/>
            <a:ext cx="8595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49F5265-C106-5811-CC57-DC5854FA015F}"/>
              </a:ext>
            </a:extLst>
          </p:cNvPr>
          <p:cNvGrpSpPr/>
          <p:nvPr/>
        </p:nvGrpSpPr>
        <p:grpSpPr>
          <a:xfrm>
            <a:off x="3615364" y="2605415"/>
            <a:ext cx="4961272" cy="1647170"/>
            <a:chOff x="2725205" y="1171137"/>
            <a:chExt cx="6199522" cy="1779866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AC9A7195-FC30-5C43-F737-5FF99139711B}"/>
                </a:ext>
              </a:extLst>
            </p:cNvPr>
            <p:cNvSpPr txBox="1"/>
            <p:nvPr/>
          </p:nvSpPr>
          <p:spPr>
            <a:xfrm>
              <a:off x="2725205" y="1171137"/>
              <a:ext cx="6199522" cy="1197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OBRIGADO!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76C9F38-CF46-B734-C720-26FF604D8A13}"/>
                </a:ext>
              </a:extLst>
            </p:cNvPr>
            <p:cNvSpPr txBox="1"/>
            <p:nvPr/>
          </p:nvSpPr>
          <p:spPr>
            <a:xfrm>
              <a:off x="2725205" y="2427783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3200" b="1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defRPr>
              </a:lvl1pPr>
            </a:lstStyle>
            <a:p>
              <a:pPr algn="ctr"/>
              <a:endParaRPr lang="pt-BR" sz="28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55893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b033f3-ce54-412e-9d51-a1364a1e0c1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529949765C514CB47CF5AEFA8DCD0C" ma:contentTypeVersion="15" ma:contentTypeDescription="Create a new document." ma:contentTypeScope="" ma:versionID="dd5183a84bc7ad36b5ca5cb69fb4f8ac">
  <xsd:schema xmlns:xsd="http://www.w3.org/2001/XMLSchema" xmlns:xs="http://www.w3.org/2001/XMLSchema" xmlns:p="http://schemas.microsoft.com/office/2006/metadata/properties" xmlns:ns3="deb033f3-ce54-412e-9d51-a1364a1e0c19" xmlns:ns4="691baafb-50d1-4afc-a49f-a6c9b682ec1f" targetNamespace="http://schemas.microsoft.com/office/2006/metadata/properties" ma:root="true" ma:fieldsID="b72c4162fe06148a96de446ee936dcc7" ns3:_="" ns4:_="">
    <xsd:import namespace="deb033f3-ce54-412e-9d51-a1364a1e0c19"/>
    <xsd:import namespace="691baafb-50d1-4afc-a49f-a6c9b682ec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b033f3-ce54-412e-9d51-a1364a1e0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1baafb-50d1-4afc-a49f-a6c9b682ec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41B7FF-4DC0-4FCD-B367-8F29156CF60D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691baafb-50d1-4afc-a49f-a6c9b682ec1f"/>
    <ds:schemaRef ds:uri="deb033f3-ce54-412e-9d51-a1364a1e0c19"/>
  </ds:schemaRefs>
</ds:datastoreItem>
</file>

<file path=customXml/itemProps2.xml><?xml version="1.0" encoding="utf-8"?>
<ds:datastoreItem xmlns:ds="http://schemas.openxmlformats.org/officeDocument/2006/customXml" ds:itemID="{6B4E1D4B-C55C-4BE1-9248-2ACBFF067F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b033f3-ce54-412e-9d51-a1364a1e0c19"/>
    <ds:schemaRef ds:uri="691baafb-50d1-4afc-a49f-a6c9b682ec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DD2396-3F7E-499A-B2A9-A2D90EE496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Consigaz</Template>
  <TotalTime>54827</TotalTime>
  <Words>471</Words>
  <Application>Microsoft Office PowerPoint</Application>
  <PresentationFormat>Widescreen</PresentationFormat>
  <Paragraphs>97</Paragraphs>
  <Slides>13</Slides>
  <Notes>2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13</vt:i4>
      </vt:variant>
    </vt:vector>
  </HeadingPairs>
  <TitlesOfParts>
    <vt:vector size="23" baseType="lpstr">
      <vt:lpstr>Aptos</vt:lpstr>
      <vt:lpstr>Aptos Narrow</vt:lpstr>
      <vt:lpstr>Aptos News arrow</vt:lpstr>
      <vt:lpstr>Arial</vt:lpstr>
      <vt:lpstr>Calibri</vt:lpstr>
      <vt:lpstr>Calibri Light</vt:lpstr>
      <vt:lpstr>Century Gothic</vt:lpstr>
      <vt:lpstr>Tema do Office</vt:lpstr>
      <vt:lpstr>Personalizar design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William Cordeiro da Silva</dc:creator>
  <cp:lastModifiedBy>Rodrigo Ferreira de Carvalho</cp:lastModifiedBy>
  <cp:revision>419</cp:revision>
  <cp:lastPrinted>2024-02-20T12:02:46Z</cp:lastPrinted>
  <dcterms:created xsi:type="dcterms:W3CDTF">2021-02-10T18:57:16Z</dcterms:created>
  <dcterms:modified xsi:type="dcterms:W3CDTF">2026-09-25T17:25:11Z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0x010100B8529949765C514CB47CF5AEFA8DCD0C</vt:lpwstr>
  </property>
</Properties>
</file>