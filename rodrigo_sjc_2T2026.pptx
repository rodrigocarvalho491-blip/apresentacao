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modernComment_10F_0.xml" ContentType="application/vnd.ms-powerpoint.comments+xml"/>
  <Override PartName="/ppt/notesSlides/notesSlide2.xml" ContentType="application/vnd.openxmlformats-officedocument.presentationml.notesSlide+xml"/>
  <Override PartName="/ppt/comments/modernComment_D06_5EDFDBEC.xml" ContentType="application/vnd.ms-powerpoint.comments+xml"/>
  <Override PartName="/ppt/notesSlides/notesSlide3.xml" ContentType="application/vnd.openxmlformats-officedocument.presentationml.notesSlide+xml"/>
  <Override PartName="/ppt/comments/modernComment_D0B_8901CC2.xml" ContentType="application/vnd.ms-powerpoint.comments+xml"/>
  <Override PartName="/ppt/notesSlides/notesSlide4.xml" ContentType="application/vnd.openxmlformats-officedocument.presentationml.notesSlide+xml"/>
  <Override PartName="/ppt/comments/modernComment_CF5_8F827A6A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omments/modernComment_D05_B251623B.xml" ContentType="application/vnd.ms-powerpoint.comments+xml"/>
  <Override PartName="/ppt/notesSlides/notesSlide6.xml" ContentType="application/vnd.openxmlformats-officedocument.presentationml.notesSlide+xml"/>
  <Override PartName="/ppt/comments/modernComment_D00_7695A0.xml" ContentType="application/vnd.ms-powerpoint.comment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omments/modernComment_D02_355E3ED3.xml" ContentType="application/vnd.ms-powerpoint.comments+xml"/>
  <Override PartName="/ppt/notesSlides/notesSlide8.xml" ContentType="application/vnd.openxmlformats-officedocument.presentationml.notesSlide+xml"/>
  <Override PartName="/ppt/comments/modernComment_D0C_FD25D5A9.xml" ContentType="application/vnd.ms-powerpoint.comments+xml"/>
  <Override PartName="/ppt/notesSlides/notesSlide9.xml" ContentType="application/vnd.openxmlformats-officedocument.presentationml.notesSlide+xml"/>
  <Override PartName="/ppt/comments/modernComment_CFE_6A7AC326.xml" ContentType="application/vnd.ms-powerpoint.comment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comments/modernComment_CFD_FB276037.xml" ContentType="application/vnd.ms-powerpoint.comments+xml"/>
  <Override PartName="/ppt/notesSlides/notesSlide11.xml" ContentType="application/vnd.openxmlformats-officedocument.presentationml.notesSlide+xml"/>
  <Override PartName="/ppt/comments/modernComment_D0A_73368E7B.xml" ContentType="application/vnd.ms-powerpoint.comments+xml"/>
  <Override PartName="/ppt/comments/modernComment_992_54C9AE7B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07" r:id="rId5"/>
    <p:sldMasterId id="2147483831" r:id="rId6"/>
  </p:sldMasterIdLst>
  <p:notesMasterIdLst>
    <p:notesMasterId r:id="rId19"/>
  </p:notesMasterIdLst>
  <p:handoutMasterIdLst>
    <p:handoutMasterId r:id="rId20"/>
  </p:handoutMasterIdLst>
  <p:sldIdLst>
    <p:sldId id="271" r:id="rId7"/>
    <p:sldId id="3334" r:id="rId8"/>
    <p:sldId id="3339" r:id="rId9"/>
    <p:sldId id="3317" r:id="rId10"/>
    <p:sldId id="3333" r:id="rId11"/>
    <p:sldId id="3328" r:id="rId12"/>
    <p:sldId id="3330" r:id="rId13"/>
    <p:sldId id="3340" r:id="rId14"/>
    <p:sldId id="3326" r:id="rId15"/>
    <p:sldId id="3325" r:id="rId16"/>
    <p:sldId id="3338" r:id="rId17"/>
    <p:sldId id="2450" r:id="rId18"/>
  </p:sldIdLst>
  <p:sldSz cx="12192000" cy="6858000"/>
  <p:notesSz cx="6797675" cy="9928225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751354-4899-00BE-5AE8-6BECC116D875}" name="Claudia Regina Moreno" initials="CR" userId="S::claudia.moreno@consigaz.com.br::01bff088-eb0f-4937-a353-113f81b24f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79"/>
    <a:srgbClr val="FFFB00"/>
    <a:srgbClr val="95FF7C"/>
    <a:srgbClr val="8FBAF2"/>
    <a:srgbClr val="24A2FF"/>
    <a:srgbClr val="1D3779"/>
    <a:srgbClr val="66CCFF"/>
    <a:srgbClr val="FFFFFF"/>
    <a:srgbClr val="321795"/>
    <a:srgbClr val="0064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B4215-6F37-4919-817C-0EBA8EC21768}" v="38" dt="2026-08-25T02:25:41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Estilo com Tema 2 - Ênfas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3457" autoAdjust="0"/>
  </p:normalViewPr>
  <p:slideViewPr>
    <p:cSldViewPr snapToGrid="0">
      <p:cViewPr varScale="1">
        <p:scale>
          <a:sx n="103" d="100"/>
          <a:sy n="103" d="100"/>
        </p:scale>
        <p:origin x="7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4" d="100"/>
          <a:sy n="44" d="100"/>
        </p:scale>
        <p:origin x="285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Ferreira de Carvalho" userId="b35ec19c-d537-4211-bec0-927b32a2c69a" providerId="ADAL" clId="{1158E856-A5B7-4A9A-9CB9-8ABBA1891FB1}"/>
    <pc:docChg chg="undo redo custSel modSld delMainMaster">
      <pc:chgData name="Rodrigo Ferreira de Carvalho" userId="b35ec19c-d537-4211-bec0-927b32a2c69a" providerId="ADAL" clId="{1158E856-A5B7-4A9A-9CB9-8ABBA1891FB1}" dt="2026-08-25T11:20:09.639" v="3255" actId="167"/>
      <pc:docMkLst>
        <pc:docMk/>
      </pc:docMkLst>
      <pc:sldChg chg="modSp mod">
        <pc:chgData name="Rodrigo Ferreira de Carvalho" userId="b35ec19c-d537-4211-bec0-927b32a2c69a" providerId="ADAL" clId="{1158E856-A5B7-4A9A-9CB9-8ABBA1891FB1}" dt="2026-08-11T13:00:06.416" v="2103" actId="20577"/>
        <pc:sldMkLst>
          <pc:docMk/>
          <pc:sldMk cId="0" sldId="271"/>
        </pc:sldMkLst>
        <pc:spChg chg="mod">
          <ac:chgData name="Rodrigo Ferreira de Carvalho" userId="b35ec19c-d537-4211-bec0-927b32a2c69a" providerId="ADAL" clId="{1158E856-A5B7-4A9A-9CB9-8ABBA1891FB1}" dt="2026-08-11T13:00:06.416" v="2103" actId="20577"/>
          <ac:spMkLst>
            <pc:docMk/>
            <pc:sldMk cId="0" sldId="271"/>
            <ac:spMk id="6" creationId="{A1C1446C-7EF6-2797-5AC1-5F98780C7E6D}"/>
          </ac:spMkLst>
        </pc:spChg>
      </pc:sldChg>
      <pc:sldChg chg="modSp mod">
        <pc:chgData name="Rodrigo Ferreira de Carvalho" userId="b35ec19c-d537-4211-bec0-927b32a2c69a" providerId="ADAL" clId="{1158E856-A5B7-4A9A-9CB9-8ABBA1891FB1}" dt="2026-08-24T14:19:00.283" v="2666" actId="20577"/>
        <pc:sldMkLst>
          <pc:docMk/>
          <pc:sldMk cId="1422503547" sldId="2450"/>
        </pc:sldMkLst>
        <pc:spChg chg="mod">
          <ac:chgData name="Rodrigo Ferreira de Carvalho" userId="b35ec19c-d537-4211-bec0-927b32a2c69a" providerId="ADAL" clId="{1158E856-A5B7-4A9A-9CB9-8ABBA1891FB1}" dt="2026-08-24T14:19:00.283" v="2666" actId="20577"/>
          <ac:spMkLst>
            <pc:docMk/>
            <pc:sldMk cId="1422503547" sldId="2450"/>
            <ac:spMk id="2" creationId="{EEA1FB78-16A9-D52A-0729-637DDF369AB5}"/>
          </ac:spMkLst>
        </pc:spChg>
      </pc:sldChg>
      <pc:sldChg chg="addSp delSp modSp mod">
        <pc:chgData name="Rodrigo Ferreira de Carvalho" userId="b35ec19c-d537-4211-bec0-927b32a2c69a" providerId="ADAL" clId="{1158E856-A5B7-4A9A-9CB9-8ABBA1891FB1}" dt="2026-08-25T01:53:27.119" v="3234" actId="20577"/>
        <pc:sldMkLst>
          <pc:docMk/>
          <pc:sldMk cId="2407692906" sldId="3317"/>
        </pc:sldMkLst>
        <pc:spChg chg="mod">
          <ac:chgData name="Rodrigo Ferreira de Carvalho" userId="b35ec19c-d537-4211-bec0-927b32a2c69a" providerId="ADAL" clId="{1158E856-A5B7-4A9A-9CB9-8ABBA1891FB1}" dt="2026-08-25T01:52:53.620" v="3229" actId="1076"/>
          <ac:spMkLst>
            <pc:docMk/>
            <pc:sldMk cId="2407692906" sldId="3317"/>
            <ac:spMk id="2" creationId="{66490487-F726-5997-A3F6-8BE1F4CAE055}"/>
          </ac:spMkLst>
        </pc:spChg>
        <pc:spChg chg="mod">
          <ac:chgData name="Rodrigo Ferreira de Carvalho" userId="b35ec19c-d537-4211-bec0-927b32a2c69a" providerId="ADAL" clId="{1158E856-A5B7-4A9A-9CB9-8ABBA1891FB1}" dt="2026-08-21T21:09:32.278" v="2407" actId="20577"/>
          <ac:spMkLst>
            <pc:docMk/>
            <pc:sldMk cId="2407692906" sldId="3317"/>
            <ac:spMk id="11" creationId="{DD49A1E5-3A6A-9403-D041-90BBCF8A460D}"/>
          </ac:spMkLst>
        </pc:spChg>
        <pc:spChg chg="mod">
          <ac:chgData name="Rodrigo Ferreira de Carvalho" userId="b35ec19c-d537-4211-bec0-927b32a2c69a" providerId="ADAL" clId="{1158E856-A5B7-4A9A-9CB9-8ABBA1891FB1}" dt="2026-08-21T20:28:17.383" v="2259" actId="14100"/>
          <ac:spMkLst>
            <pc:docMk/>
            <pc:sldMk cId="2407692906" sldId="3317"/>
            <ac:spMk id="14" creationId="{6A632329-7C87-9726-1675-5DE47FA17F25}"/>
          </ac:spMkLst>
        </pc:spChg>
        <pc:spChg chg="mod">
          <ac:chgData name="Rodrigo Ferreira de Carvalho" userId="b35ec19c-d537-4211-bec0-927b32a2c69a" providerId="ADAL" clId="{1158E856-A5B7-4A9A-9CB9-8ABBA1891FB1}" dt="2026-08-21T20:28:59.869" v="2272" actId="1076"/>
          <ac:spMkLst>
            <pc:docMk/>
            <pc:sldMk cId="2407692906" sldId="3317"/>
            <ac:spMk id="16" creationId="{C9B91B7B-1DD3-5B8A-B4FA-02F83A9F352A}"/>
          </ac:spMkLst>
        </pc:spChg>
        <pc:spChg chg="mod">
          <ac:chgData name="Rodrigo Ferreira de Carvalho" userId="b35ec19c-d537-4211-bec0-927b32a2c69a" providerId="ADAL" clId="{1158E856-A5B7-4A9A-9CB9-8ABBA1891FB1}" dt="2026-08-21T20:29:21.003" v="2276" actId="20577"/>
          <ac:spMkLst>
            <pc:docMk/>
            <pc:sldMk cId="2407692906" sldId="3317"/>
            <ac:spMk id="17" creationId="{46D5D3B3-3DBD-DF51-88BC-8D71191E6186}"/>
          </ac:spMkLst>
        </pc:spChg>
        <pc:spChg chg="mod">
          <ac:chgData name="Rodrigo Ferreira de Carvalho" userId="b35ec19c-d537-4211-bec0-927b32a2c69a" providerId="ADAL" clId="{1158E856-A5B7-4A9A-9CB9-8ABBA1891FB1}" dt="2026-08-25T01:52:37.850" v="3228" actId="20577"/>
          <ac:spMkLst>
            <pc:docMk/>
            <pc:sldMk cId="2407692906" sldId="3317"/>
            <ac:spMk id="18" creationId="{2C74DF06-D2C7-F653-F312-D3E4BCA2D172}"/>
          </ac:spMkLst>
        </pc:spChg>
        <pc:spChg chg="add mod">
          <ac:chgData name="Rodrigo Ferreira de Carvalho" userId="b35ec19c-d537-4211-bec0-927b32a2c69a" providerId="ADAL" clId="{1158E856-A5B7-4A9A-9CB9-8ABBA1891FB1}" dt="2026-08-25T01:23:46.002" v="3107" actId="1076"/>
          <ac:spMkLst>
            <pc:docMk/>
            <pc:sldMk cId="2407692906" sldId="3317"/>
            <ac:spMk id="20" creationId="{6E844C6E-EAC6-1DD0-D438-88C7E21479E7}"/>
          </ac:spMkLst>
        </pc:spChg>
        <pc:graphicFrameChg chg="add del mod ord">
          <ac:chgData name="Rodrigo Ferreira de Carvalho" userId="b35ec19c-d537-4211-bec0-927b32a2c69a" providerId="ADAL" clId="{1158E856-A5B7-4A9A-9CB9-8ABBA1891FB1}" dt="2026-08-25T01:53:22.271" v="3231" actId="1076"/>
          <ac:graphicFrameMkLst>
            <pc:docMk/>
            <pc:sldMk cId="2407692906" sldId="3317"/>
            <ac:graphicFrameMk id="3" creationId="{84641997-202A-4D75-9368-28D3415BC585}"/>
          </ac:graphicFrameMkLst>
        </pc:graphicFrameChg>
        <pc:graphicFrameChg chg="add mod ord">
          <ac:chgData name="Rodrigo Ferreira de Carvalho" userId="b35ec19c-d537-4211-bec0-927b32a2c69a" providerId="ADAL" clId="{1158E856-A5B7-4A9A-9CB9-8ABBA1891FB1}" dt="2026-08-25T01:53:27.119" v="3234" actId="20577"/>
          <ac:graphicFrameMkLst>
            <pc:docMk/>
            <pc:sldMk cId="2407692906" sldId="3317"/>
            <ac:graphicFrameMk id="4" creationId="{E8760AD9-4C08-467A-89C2-0F37C07959CE}"/>
          </ac:graphicFrameMkLst>
        </pc:graphicFrameChg>
        <pc:graphicFrameChg chg="add mod ord">
          <ac:chgData name="Rodrigo Ferreira de Carvalho" userId="b35ec19c-d537-4211-bec0-927b32a2c69a" providerId="ADAL" clId="{1158E856-A5B7-4A9A-9CB9-8ABBA1891FB1}" dt="2026-08-25T01:25:41.247" v="3113" actId="167"/>
          <ac:graphicFrameMkLst>
            <pc:docMk/>
            <pc:sldMk cId="2407692906" sldId="3317"/>
            <ac:graphicFrameMk id="7" creationId="{AF7686A2-6500-4778-A68B-66A41B3A2DB0}"/>
          </ac:graphicFrameMkLst>
        </pc:graphicFrameChg>
        <pc:graphicFrameChg chg="add del mod ord">
          <ac:chgData name="Rodrigo Ferreira de Carvalho" userId="b35ec19c-d537-4211-bec0-927b32a2c69a" providerId="ADAL" clId="{1158E856-A5B7-4A9A-9CB9-8ABBA1891FB1}" dt="2026-08-25T01:25:09.452" v="3108" actId="478"/>
          <ac:graphicFrameMkLst>
            <pc:docMk/>
            <pc:sldMk cId="2407692906" sldId="3317"/>
            <ac:graphicFrameMk id="8" creationId="{AF7686A2-6500-4778-A68B-66A41B3A2DB0}"/>
          </ac:graphicFrameMkLst>
        </pc:graphicFrameChg>
        <pc:graphicFrameChg chg="add del mod ord">
          <ac:chgData name="Rodrigo Ferreira de Carvalho" userId="b35ec19c-d537-4211-bec0-927b32a2c69a" providerId="ADAL" clId="{1158E856-A5B7-4A9A-9CB9-8ABBA1891FB1}" dt="2026-08-25T01:23:11.445" v="3094" actId="478"/>
          <ac:graphicFrameMkLst>
            <pc:docMk/>
            <pc:sldMk cId="2407692906" sldId="3317"/>
            <ac:graphicFrameMk id="9" creationId="{E8760AD9-4C08-467A-89C2-0F37C07959CE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8-21T20:41:28.943" v="2397" actId="14100"/>
          <ac:graphicFrameMkLst>
            <pc:docMk/>
            <pc:sldMk cId="2407692906" sldId="3317"/>
            <ac:graphicFrameMk id="22" creationId="{B9193BE2-F345-452E-9B37-65635143F4D5}"/>
          </ac:graphicFrameMkLst>
        </pc:graphicFrameChg>
      </pc:sldChg>
      <pc:sldChg chg="modSp mod modShow">
        <pc:chgData name="Rodrigo Ferreira de Carvalho" userId="b35ec19c-d537-4211-bec0-927b32a2c69a" providerId="ADAL" clId="{1158E856-A5B7-4A9A-9CB9-8ABBA1891FB1}" dt="2026-08-25T01:49:40.840" v="3224" actId="20577"/>
        <pc:sldMkLst>
          <pc:docMk/>
          <pc:sldMk cId="4213661751" sldId="3325"/>
        </pc:sldMkLst>
        <pc:spChg chg="mod">
          <ac:chgData name="Rodrigo Ferreira de Carvalho" userId="b35ec19c-d537-4211-bec0-927b32a2c69a" providerId="ADAL" clId="{1158E856-A5B7-4A9A-9CB9-8ABBA1891FB1}" dt="2026-08-24T13:17:03.875" v="2657" actId="20577"/>
          <ac:spMkLst>
            <pc:docMk/>
            <pc:sldMk cId="4213661751" sldId="3325"/>
            <ac:spMk id="3" creationId="{0FDA896A-B89C-2891-7588-82F4EC98C391}"/>
          </ac:spMkLst>
        </pc:spChg>
        <pc:spChg chg="mod">
          <ac:chgData name="Rodrigo Ferreira de Carvalho" userId="b35ec19c-d537-4211-bec0-927b32a2c69a" providerId="ADAL" clId="{1158E856-A5B7-4A9A-9CB9-8ABBA1891FB1}" dt="2026-08-24T13:13:24.307" v="2655" actId="20577"/>
          <ac:spMkLst>
            <pc:docMk/>
            <pc:sldMk cId="4213661751" sldId="3325"/>
            <ac:spMk id="10" creationId="{7AD933EC-2098-EBFF-7A08-68A990C09F74}"/>
          </ac:spMkLst>
        </pc:spChg>
        <pc:spChg chg="mod">
          <ac:chgData name="Rodrigo Ferreira de Carvalho" userId="b35ec19c-d537-4211-bec0-927b32a2c69a" providerId="ADAL" clId="{1158E856-A5B7-4A9A-9CB9-8ABBA1891FB1}" dt="2026-08-24T13:11:17.632" v="2647" actId="20577"/>
          <ac:spMkLst>
            <pc:docMk/>
            <pc:sldMk cId="4213661751" sldId="3325"/>
            <ac:spMk id="13" creationId="{7839F4BE-3FF4-F18C-395A-0D468AAFAC60}"/>
          </ac:spMkLst>
        </pc:spChg>
        <pc:graphicFrameChg chg="modGraphic">
          <ac:chgData name="Rodrigo Ferreira de Carvalho" userId="b35ec19c-d537-4211-bec0-927b32a2c69a" providerId="ADAL" clId="{1158E856-A5B7-4A9A-9CB9-8ABBA1891FB1}" dt="2026-08-25T01:49:40.840" v="3224" actId="20577"/>
          <ac:graphicFrameMkLst>
            <pc:docMk/>
            <pc:sldMk cId="4213661751" sldId="3325"/>
            <ac:graphicFrameMk id="9" creationId="{FFA15B8F-E69B-F52F-B7E4-626E58F2DBB0}"/>
          </ac:graphicFrameMkLst>
        </pc:graphicFrameChg>
      </pc:sldChg>
      <pc:sldChg chg="addSp delSp modSp mod">
        <pc:chgData name="Rodrigo Ferreira de Carvalho" userId="b35ec19c-d537-4211-bec0-927b32a2c69a" providerId="ADAL" clId="{1158E856-A5B7-4A9A-9CB9-8ABBA1891FB1}" dt="2026-08-24T13:20:38.547" v="2662" actId="20577"/>
        <pc:sldMkLst>
          <pc:docMk/>
          <pc:sldMk cId="1786430246" sldId="3326"/>
        </pc:sldMkLst>
        <pc:spChg chg="mod">
          <ac:chgData name="Rodrigo Ferreira de Carvalho" userId="b35ec19c-d537-4211-bec0-927b32a2c69a" providerId="ADAL" clId="{1158E856-A5B7-4A9A-9CB9-8ABBA1891FB1}" dt="2026-08-24T13:20:38.547" v="2662" actId="20577"/>
          <ac:spMkLst>
            <pc:docMk/>
            <pc:sldMk cId="1786430246" sldId="3326"/>
            <ac:spMk id="12" creationId="{C36C10D1-56AF-DC1F-D1D9-DB8904A7DC14}"/>
          </ac:spMkLst>
        </pc:spChg>
        <pc:graphicFrameChg chg="del">
          <ac:chgData name="Rodrigo Ferreira de Carvalho" userId="b35ec19c-d537-4211-bec0-927b32a2c69a" providerId="ADAL" clId="{1158E856-A5B7-4A9A-9CB9-8ABBA1891FB1}" dt="2026-08-24T13:07:26.162" v="2618" actId="478"/>
          <ac:graphicFrameMkLst>
            <pc:docMk/>
            <pc:sldMk cId="1786430246" sldId="3326"/>
            <ac:graphicFrameMk id="6" creationId="{6B601460-244A-1408-1ED4-8593A91D468F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8-24T13:07:48.477" v="2625" actId="1076"/>
          <ac:graphicFrameMkLst>
            <pc:docMk/>
            <pc:sldMk cId="1786430246" sldId="3326"/>
            <ac:graphicFrameMk id="9" creationId="{F05FB047-BFCA-13DB-0AB5-F936AAA06A0C}"/>
          </ac:graphicFrameMkLst>
        </pc:graphicFrameChg>
        <pc:picChg chg="del">
          <ac:chgData name="Rodrigo Ferreira de Carvalho" userId="b35ec19c-d537-4211-bec0-927b32a2c69a" providerId="ADAL" clId="{1158E856-A5B7-4A9A-9CB9-8ABBA1891FB1}" dt="2026-08-24T13:07:11.172" v="2613" actId="478"/>
          <ac:picMkLst>
            <pc:docMk/>
            <pc:sldMk cId="1786430246" sldId="3326"/>
            <ac:picMk id="7" creationId="{B4D3702A-FBCD-F8AD-77A4-2C02DDEB4A65}"/>
          </ac:picMkLst>
        </pc:picChg>
        <pc:picChg chg="add mod">
          <ac:chgData name="Rodrigo Ferreira de Carvalho" userId="b35ec19c-d537-4211-bec0-927b32a2c69a" providerId="ADAL" clId="{1158E856-A5B7-4A9A-9CB9-8ABBA1891FB1}" dt="2026-08-24T13:07:24.477" v="2617" actId="1076"/>
          <ac:picMkLst>
            <pc:docMk/>
            <pc:sldMk cId="1786430246" sldId="3326"/>
            <ac:picMk id="8" creationId="{463420A1-F2A9-1E7B-CC96-2BC06EBD846D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8-25T02:25:41.726" v="3249"/>
        <pc:sldMkLst>
          <pc:docMk/>
          <pc:sldMk cId="7771552" sldId="3328"/>
        </pc:sldMkLst>
        <pc:spChg chg="mod">
          <ac:chgData name="Rodrigo Ferreira de Carvalho" userId="b35ec19c-d537-4211-bec0-927b32a2c69a" providerId="ADAL" clId="{1158E856-A5B7-4A9A-9CB9-8ABBA1891FB1}" dt="2026-08-25T01:32:58.850" v="3190" actId="20577"/>
          <ac:spMkLst>
            <pc:docMk/>
            <pc:sldMk cId="7771552" sldId="3328"/>
            <ac:spMk id="10" creationId="{70B50CD6-0D08-BC48-3D02-83AC08B11FC1}"/>
          </ac:spMkLst>
        </pc:spChg>
        <pc:spChg chg="mod">
          <ac:chgData name="Rodrigo Ferreira de Carvalho" userId="b35ec19c-d537-4211-bec0-927b32a2c69a" providerId="ADAL" clId="{1158E856-A5B7-4A9A-9CB9-8ABBA1891FB1}" dt="2026-08-24T12:05:35.341" v="2411" actId="20577"/>
          <ac:spMkLst>
            <pc:docMk/>
            <pc:sldMk cId="7771552" sldId="3328"/>
            <ac:spMk id="11" creationId="{DD49A1E5-3A6A-9403-D041-90BBCF8A460D}"/>
          </ac:spMkLst>
        </pc:spChg>
        <pc:spChg chg="add del">
          <ac:chgData name="Rodrigo Ferreira de Carvalho" userId="b35ec19c-d537-4211-bec0-927b32a2c69a" providerId="ADAL" clId="{1158E856-A5B7-4A9A-9CB9-8ABBA1891FB1}" dt="2026-08-25T01:33:59.346" v="3193" actId="22"/>
          <ac:spMkLst>
            <pc:docMk/>
            <pc:sldMk cId="7771552" sldId="3328"/>
            <ac:spMk id="13" creationId="{8FAF66E9-87EF-569C-6604-856F3C28BAF7}"/>
          </ac:spMkLst>
        </pc:spChg>
        <pc:graphicFrameChg chg="add del">
          <ac:chgData name="Rodrigo Ferreira de Carvalho" userId="b35ec19c-d537-4211-bec0-927b32a2c69a" providerId="ADAL" clId="{1158E856-A5B7-4A9A-9CB9-8ABBA1891FB1}" dt="2026-08-24T12:19:24.794" v="2417" actId="478"/>
          <ac:graphicFrameMkLst>
            <pc:docMk/>
            <pc:sldMk cId="7771552" sldId="3328"/>
            <ac:graphicFrameMk id="4" creationId="{A8D87797-0237-8B08-FC63-F11AA2D19CE2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8-24T12:18:57.755" v="2415"/>
          <ac:graphicFrameMkLst>
            <pc:docMk/>
            <pc:sldMk cId="7771552" sldId="3328"/>
            <ac:graphicFrameMk id="5" creationId="{A8D87797-0237-8B08-FC63-F11AA2D19CE2}"/>
          </ac:graphicFrameMkLst>
        </pc:graphicFrameChg>
        <pc:graphicFrameChg chg="del">
          <ac:chgData name="Rodrigo Ferreira de Carvalho" userId="b35ec19c-d537-4211-bec0-927b32a2c69a" providerId="ADAL" clId="{1158E856-A5B7-4A9A-9CB9-8ABBA1891FB1}" dt="2026-08-24T12:24:24.942" v="2462" actId="478"/>
          <ac:graphicFrameMkLst>
            <pc:docMk/>
            <pc:sldMk cId="7771552" sldId="3328"/>
            <ac:graphicFrameMk id="6" creationId="{3141F8EC-7F6C-41EF-8AB7-DEF3DACD87B6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8-24T12:21:21.775" v="2460"/>
          <ac:graphicFrameMkLst>
            <pc:docMk/>
            <pc:sldMk cId="7771552" sldId="3328"/>
            <ac:graphicFrameMk id="7" creationId="{A8D87797-0237-8B08-FC63-F11AA2D19CE2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8-25T01:35:00.553" v="3198" actId="478"/>
          <ac:graphicFrameMkLst>
            <pc:docMk/>
            <pc:sldMk cId="7771552" sldId="3328"/>
            <ac:graphicFrameMk id="8" creationId="{3141F8EC-7F6C-41EF-8AB7-DEF3DACD87B6}"/>
          </ac:graphicFrameMkLst>
        </pc:graphicFrameChg>
        <pc:graphicFrameChg chg="add del mod">
          <ac:chgData name="Rodrigo Ferreira de Carvalho" userId="b35ec19c-d537-4211-bec0-927b32a2c69a" providerId="ADAL" clId="{1158E856-A5B7-4A9A-9CB9-8ABBA1891FB1}" dt="2026-08-25T01:36:37.813" v="3210" actId="478"/>
          <ac:graphicFrameMkLst>
            <pc:docMk/>
            <pc:sldMk cId="7771552" sldId="3328"/>
            <ac:graphicFrameMk id="17" creationId="{3141F8EC-7F6C-41EF-8AB7-DEF3DACD87B6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8-25T02:25:41.726" v="3249"/>
          <ac:graphicFrameMkLst>
            <pc:docMk/>
            <pc:sldMk cId="7771552" sldId="3328"/>
            <ac:graphicFrameMk id="18" creationId="{3141F8EC-7F6C-41EF-8AB7-DEF3DACD87B6}"/>
          </ac:graphicFrameMkLst>
        </pc:graphicFrameChg>
        <pc:picChg chg="add del mod">
          <ac:chgData name="Rodrigo Ferreira de Carvalho" userId="b35ec19c-d537-4211-bec0-927b32a2c69a" providerId="ADAL" clId="{1158E856-A5B7-4A9A-9CB9-8ABBA1891FB1}" dt="2026-08-25T01:33:56.528" v="3191" actId="478"/>
          <ac:picMkLst>
            <pc:docMk/>
            <pc:sldMk cId="7771552" sldId="3328"/>
            <ac:picMk id="5" creationId="{31E776E4-E6F7-A4B3-4E38-5625AD48BE9A}"/>
          </ac:picMkLst>
        </pc:picChg>
        <pc:picChg chg="del">
          <ac:chgData name="Rodrigo Ferreira de Carvalho" userId="b35ec19c-d537-4211-bec0-927b32a2c69a" providerId="ADAL" clId="{1158E856-A5B7-4A9A-9CB9-8ABBA1891FB1}" dt="2026-08-25T01:31:58.044" v="3115" actId="478"/>
          <ac:picMkLst>
            <pc:docMk/>
            <pc:sldMk cId="7771552" sldId="3328"/>
            <ac:picMk id="14" creationId="{4D31ECB6-77BC-C702-C094-D9FDC618A281}"/>
          </ac:picMkLst>
        </pc:picChg>
        <pc:picChg chg="add mod">
          <ac:chgData name="Rodrigo Ferreira de Carvalho" userId="b35ec19c-d537-4211-bec0-927b32a2c69a" providerId="ADAL" clId="{1158E856-A5B7-4A9A-9CB9-8ABBA1891FB1}" dt="2026-08-25T01:34:10.974" v="3197" actId="1076"/>
          <ac:picMkLst>
            <pc:docMk/>
            <pc:sldMk cId="7771552" sldId="3328"/>
            <ac:picMk id="16" creationId="{8250CA7E-5508-11DF-65CC-CD5483F0FFF3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8-25T00:19:52.353" v="2689" actId="1076"/>
        <pc:sldMkLst>
          <pc:docMk/>
          <pc:sldMk cId="895368915" sldId="3330"/>
        </pc:sldMkLst>
        <pc:spChg chg="mod">
          <ac:chgData name="Rodrigo Ferreira de Carvalho" userId="b35ec19c-d537-4211-bec0-927b32a2c69a" providerId="ADAL" clId="{1158E856-A5B7-4A9A-9CB9-8ABBA1891FB1}" dt="2026-08-24T12:30:08.422" v="2483" actId="20577"/>
          <ac:spMkLst>
            <pc:docMk/>
            <pc:sldMk cId="895368915" sldId="3330"/>
            <ac:spMk id="11" creationId="{DD49A1E5-3A6A-9403-D041-90BBCF8A460D}"/>
          </ac:spMkLst>
        </pc:spChg>
        <pc:graphicFrameChg chg="add mod">
          <ac:chgData name="Rodrigo Ferreira de Carvalho" userId="b35ec19c-d537-4211-bec0-927b32a2c69a" providerId="ADAL" clId="{1158E856-A5B7-4A9A-9CB9-8ABBA1891FB1}" dt="2026-08-25T00:18:33.759" v="2676"/>
          <ac:graphicFrameMkLst>
            <pc:docMk/>
            <pc:sldMk cId="895368915" sldId="3330"/>
            <ac:graphicFrameMk id="10" creationId="{F7F7BFCE-4A1A-1953-CC73-125E07F578CA}"/>
          </ac:graphicFrameMkLst>
        </pc:graphicFrameChg>
        <pc:graphicFrameChg chg="add mod">
          <ac:chgData name="Rodrigo Ferreira de Carvalho" userId="b35ec19c-d537-4211-bec0-927b32a2c69a" providerId="ADAL" clId="{1158E856-A5B7-4A9A-9CB9-8ABBA1891FB1}" dt="2026-08-25T00:19:43.690" v="2687"/>
          <ac:graphicFrameMkLst>
            <pc:docMk/>
            <pc:sldMk cId="895368915" sldId="3330"/>
            <ac:graphicFrameMk id="16" creationId="{2504ADD6-0DB0-A95A-F3B5-23C4410D8B6F}"/>
          </ac:graphicFrameMkLst>
        </pc:graphicFrameChg>
        <pc:picChg chg="add mod">
          <ac:chgData name="Rodrigo Ferreira de Carvalho" userId="b35ec19c-d537-4211-bec0-927b32a2c69a" providerId="ADAL" clId="{1158E856-A5B7-4A9A-9CB9-8ABBA1891FB1}" dt="2026-08-25T00:06:51.505" v="2673" actId="14100"/>
          <ac:picMkLst>
            <pc:docMk/>
            <pc:sldMk cId="895368915" sldId="3330"/>
            <ac:picMk id="6" creationId="{C3BC6CDB-169F-41B5-75F9-282170A3A4F1}"/>
          </ac:picMkLst>
        </pc:picChg>
        <pc:picChg chg="add del mod">
          <ac:chgData name="Rodrigo Ferreira de Carvalho" userId="b35ec19c-d537-4211-bec0-927b32a2c69a" providerId="ADAL" clId="{1158E856-A5B7-4A9A-9CB9-8ABBA1891FB1}" dt="2026-08-25T00:06:10.799" v="2670" actId="478"/>
          <ac:picMkLst>
            <pc:docMk/>
            <pc:sldMk cId="895368915" sldId="3330"/>
            <ac:picMk id="7" creationId="{EFC58656-B6EF-C22A-6030-DFB3B739C167}"/>
          </ac:picMkLst>
        </pc:picChg>
        <pc:picChg chg="add del mod">
          <ac:chgData name="Rodrigo Ferreira de Carvalho" userId="b35ec19c-d537-4211-bec0-927b32a2c69a" providerId="ADAL" clId="{1158E856-A5B7-4A9A-9CB9-8ABBA1891FB1}" dt="2026-08-25T00:18:33.222" v="2675" actId="478"/>
          <ac:picMkLst>
            <pc:docMk/>
            <pc:sldMk cId="895368915" sldId="3330"/>
            <ac:picMk id="9" creationId="{8797C418-290E-2193-0122-DD71E35D178C}"/>
          </ac:picMkLst>
        </pc:picChg>
        <pc:picChg chg="add del mod">
          <ac:chgData name="Rodrigo Ferreira de Carvalho" userId="b35ec19c-d537-4211-bec0-927b32a2c69a" providerId="ADAL" clId="{1158E856-A5B7-4A9A-9CB9-8ABBA1891FB1}" dt="2026-08-25T00:18:55.615" v="2679" actId="478"/>
          <ac:picMkLst>
            <pc:docMk/>
            <pc:sldMk cId="895368915" sldId="3330"/>
            <ac:picMk id="13" creationId="{5D26CFA4-8049-3FC9-52B0-919347EC0CE1}"/>
          </ac:picMkLst>
        </pc:picChg>
        <pc:picChg chg="add del mod">
          <ac:chgData name="Rodrigo Ferreira de Carvalho" userId="b35ec19c-d537-4211-bec0-927b32a2c69a" providerId="ADAL" clId="{1158E856-A5B7-4A9A-9CB9-8ABBA1891FB1}" dt="2026-08-25T00:19:43.284" v="2686" actId="478"/>
          <ac:picMkLst>
            <pc:docMk/>
            <pc:sldMk cId="895368915" sldId="3330"/>
            <ac:picMk id="15" creationId="{01110ABD-A207-C1AD-3A2A-C7D269D70044}"/>
          </ac:picMkLst>
        </pc:picChg>
        <pc:picChg chg="add mod">
          <ac:chgData name="Rodrigo Ferreira de Carvalho" userId="b35ec19c-d537-4211-bec0-927b32a2c69a" providerId="ADAL" clId="{1158E856-A5B7-4A9A-9CB9-8ABBA1891FB1}" dt="2026-08-25T00:19:52.353" v="2689" actId="1076"/>
          <ac:picMkLst>
            <pc:docMk/>
            <pc:sldMk cId="895368915" sldId="3330"/>
            <ac:picMk id="18" creationId="{CE253843-843B-208A-6A8F-459168739935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8-25T11:20:09.639" v="3255" actId="167"/>
        <pc:sldMkLst>
          <pc:docMk/>
          <pc:sldMk cId="2991678011" sldId="3333"/>
        </pc:sldMkLst>
        <pc:spChg chg="mod">
          <ac:chgData name="Rodrigo Ferreira de Carvalho" userId="b35ec19c-d537-4211-bec0-927b32a2c69a" providerId="ADAL" clId="{1158E856-A5B7-4A9A-9CB9-8ABBA1891FB1}" dt="2026-08-25T01:13:21.607" v="3080" actId="20577"/>
          <ac:spMkLst>
            <pc:docMk/>
            <pc:sldMk cId="2991678011" sldId="3333"/>
            <ac:spMk id="2" creationId="{253DAD79-28F2-22AA-62FA-EDFDF5450456}"/>
          </ac:spMkLst>
        </pc:spChg>
        <pc:spChg chg="mod">
          <ac:chgData name="Rodrigo Ferreira de Carvalho" userId="b35ec19c-d537-4211-bec0-927b32a2c69a" providerId="ADAL" clId="{1158E856-A5B7-4A9A-9CB9-8ABBA1891FB1}" dt="2026-08-25T01:11:32.438" v="2901" actId="1036"/>
          <ac:spMkLst>
            <pc:docMk/>
            <pc:sldMk cId="2991678011" sldId="3333"/>
            <ac:spMk id="3" creationId="{94A2A7F1-DB60-C844-151E-B04C51C0B527}"/>
          </ac:spMkLst>
        </pc:spChg>
        <pc:spChg chg="mod">
          <ac:chgData name="Rodrigo Ferreira de Carvalho" userId="b35ec19c-d537-4211-bec0-927b32a2c69a" providerId="ADAL" clId="{1158E856-A5B7-4A9A-9CB9-8ABBA1891FB1}" dt="2026-08-25T01:11:06.555" v="2890" actId="1036"/>
          <ac:spMkLst>
            <pc:docMk/>
            <pc:sldMk cId="2991678011" sldId="3333"/>
            <ac:spMk id="6" creationId="{7BA9FEBF-392E-F3D8-DA1F-EAF9CC3E8C7D}"/>
          </ac:spMkLst>
        </pc:spChg>
        <pc:spChg chg="mod">
          <ac:chgData name="Rodrigo Ferreira de Carvalho" userId="b35ec19c-d537-4211-bec0-927b32a2c69a" providerId="ADAL" clId="{1158E856-A5B7-4A9A-9CB9-8ABBA1891FB1}" dt="2026-08-25T01:11:01.798" v="2883" actId="1036"/>
          <ac:spMkLst>
            <pc:docMk/>
            <pc:sldMk cId="2991678011" sldId="3333"/>
            <ac:spMk id="16" creationId="{C30728A3-233C-EDB2-CF24-E9A19A37F203}"/>
          </ac:spMkLst>
        </pc:spChg>
        <pc:spChg chg="mod">
          <ac:chgData name="Rodrigo Ferreira de Carvalho" userId="b35ec19c-d537-4211-bec0-927b32a2c69a" providerId="ADAL" clId="{1158E856-A5B7-4A9A-9CB9-8ABBA1891FB1}" dt="2026-08-25T01:10:51.915" v="2864" actId="1035"/>
          <ac:spMkLst>
            <pc:docMk/>
            <pc:sldMk cId="2991678011" sldId="3333"/>
            <ac:spMk id="18" creationId="{F44D793D-FE1B-1D0E-8191-640FBE0E8E93}"/>
          </ac:spMkLst>
        </pc:spChg>
        <pc:spChg chg="mod">
          <ac:chgData name="Rodrigo Ferreira de Carvalho" userId="b35ec19c-d537-4211-bec0-927b32a2c69a" providerId="ADAL" clId="{1158E856-A5B7-4A9A-9CB9-8ABBA1891FB1}" dt="2026-08-25T01:10:57.205" v="2877" actId="1035"/>
          <ac:spMkLst>
            <pc:docMk/>
            <pc:sldMk cId="2991678011" sldId="3333"/>
            <ac:spMk id="19" creationId="{06DAD369-1B5F-CC59-07FD-BC4A03C4EEE5}"/>
          </ac:spMkLst>
        </pc:spChg>
        <pc:graphicFrameChg chg="add mod">
          <ac:chgData name="Rodrigo Ferreira de Carvalho" userId="b35ec19c-d537-4211-bec0-927b32a2c69a" providerId="ADAL" clId="{1158E856-A5B7-4A9A-9CB9-8ABBA1891FB1}" dt="2026-08-24T12:43:50.334" v="2491"/>
          <ac:graphicFrameMkLst>
            <pc:docMk/>
            <pc:sldMk cId="2991678011" sldId="3333"/>
            <ac:graphicFrameMk id="7" creationId="{07ABD8F8-E1FC-8CB8-9A6D-CA8F6E6990AD}"/>
          </ac:graphicFrameMkLst>
        </pc:graphicFrameChg>
        <pc:picChg chg="add mod ord">
          <ac:chgData name="Rodrigo Ferreira de Carvalho" userId="b35ec19c-d537-4211-bec0-927b32a2c69a" providerId="ADAL" clId="{1158E856-A5B7-4A9A-9CB9-8ABBA1891FB1}" dt="2026-08-25T11:20:09.639" v="3255" actId="167"/>
          <ac:picMkLst>
            <pc:docMk/>
            <pc:sldMk cId="2991678011" sldId="3333"/>
            <ac:picMk id="8" creationId="{4B271269-C28C-B024-2674-00B40116854D}"/>
          </ac:picMkLst>
        </pc:picChg>
        <pc:picChg chg="add del mod ord">
          <ac:chgData name="Rodrigo Ferreira de Carvalho" userId="b35ec19c-d537-4211-bec0-927b32a2c69a" providerId="ADAL" clId="{1158E856-A5B7-4A9A-9CB9-8ABBA1891FB1}" dt="2026-08-25T00:53:42.030" v="2722" actId="478"/>
          <ac:picMkLst>
            <pc:docMk/>
            <pc:sldMk cId="2991678011" sldId="3333"/>
            <ac:picMk id="8" creationId="{9C51BE08-06D5-4BFD-02E5-6A682B8D6943}"/>
          </ac:picMkLst>
        </pc:picChg>
        <pc:picChg chg="add del mod ord">
          <ac:chgData name="Rodrigo Ferreira de Carvalho" userId="b35ec19c-d537-4211-bec0-927b32a2c69a" providerId="ADAL" clId="{1158E856-A5B7-4A9A-9CB9-8ABBA1891FB1}" dt="2026-08-25T00:29:29.152" v="2690" actId="478"/>
          <ac:picMkLst>
            <pc:docMk/>
            <pc:sldMk cId="2991678011" sldId="3333"/>
            <ac:picMk id="9" creationId="{002EE1B7-026E-15A7-B5CC-293C30D8A6FF}"/>
          </ac:picMkLst>
        </pc:picChg>
        <pc:picChg chg="del">
          <ac:chgData name="Rodrigo Ferreira de Carvalho" userId="b35ec19c-d537-4211-bec0-927b32a2c69a" providerId="ADAL" clId="{1158E856-A5B7-4A9A-9CB9-8ABBA1891FB1}" dt="2026-08-24T12:43:49.951" v="2490" actId="478"/>
          <ac:picMkLst>
            <pc:docMk/>
            <pc:sldMk cId="2991678011" sldId="3333"/>
            <ac:picMk id="10" creationId="{91A48E46-D017-AB3A-9888-17E1C5EB6890}"/>
          </ac:picMkLst>
        </pc:picChg>
        <pc:picChg chg="add del mod ord">
          <ac:chgData name="Rodrigo Ferreira de Carvalho" userId="b35ec19c-d537-4211-bec0-927b32a2c69a" providerId="ADAL" clId="{1158E856-A5B7-4A9A-9CB9-8ABBA1891FB1}" dt="2026-08-25T00:54:41.172" v="2728" actId="478"/>
          <ac:picMkLst>
            <pc:docMk/>
            <pc:sldMk cId="2991678011" sldId="3333"/>
            <ac:picMk id="13" creationId="{B4595F3E-9EFC-7A74-8F79-0C95C2CCBA61}"/>
          </ac:picMkLst>
        </pc:picChg>
        <pc:picChg chg="add del mod">
          <ac:chgData name="Rodrigo Ferreira de Carvalho" userId="b35ec19c-d537-4211-bec0-927b32a2c69a" providerId="ADAL" clId="{1158E856-A5B7-4A9A-9CB9-8ABBA1891FB1}" dt="2026-08-25T00:54:58.927" v="2731" actId="478"/>
          <ac:picMkLst>
            <pc:docMk/>
            <pc:sldMk cId="2991678011" sldId="3333"/>
            <ac:picMk id="17" creationId="{66D26114-9281-A805-F813-8D3FAEB843B2}"/>
          </ac:picMkLst>
        </pc:picChg>
        <pc:picChg chg="add del mod ord">
          <ac:chgData name="Rodrigo Ferreira de Carvalho" userId="b35ec19c-d537-4211-bec0-927b32a2c69a" providerId="ADAL" clId="{1158E856-A5B7-4A9A-9CB9-8ABBA1891FB1}" dt="2026-08-25T01:10:25.695" v="2848" actId="478"/>
          <ac:picMkLst>
            <pc:docMk/>
            <pc:sldMk cId="2991678011" sldId="3333"/>
            <ac:picMk id="21" creationId="{EA5BA66B-25FE-2C23-4065-AD568269618B}"/>
          </ac:picMkLst>
        </pc:picChg>
        <pc:picChg chg="add del mod ord">
          <ac:chgData name="Rodrigo Ferreira de Carvalho" userId="b35ec19c-d537-4211-bec0-927b32a2c69a" providerId="ADAL" clId="{1158E856-A5B7-4A9A-9CB9-8ABBA1891FB1}" dt="2026-08-25T11:19:42.431" v="3250" actId="478"/>
          <ac:picMkLst>
            <pc:docMk/>
            <pc:sldMk cId="2991678011" sldId="3333"/>
            <ac:picMk id="23" creationId="{3D5CB767-C3E8-DA9E-6C4C-5A1745085961}"/>
          </ac:picMkLst>
        </pc:picChg>
      </pc:sldChg>
      <pc:sldChg chg="modSp mod">
        <pc:chgData name="Rodrigo Ferreira de Carvalho" userId="b35ec19c-d537-4211-bec0-927b32a2c69a" providerId="ADAL" clId="{1158E856-A5B7-4A9A-9CB9-8ABBA1891FB1}" dt="2026-08-11T13:10:42.115" v="2206" actId="20577"/>
        <pc:sldMkLst>
          <pc:docMk/>
          <pc:sldMk cId="1591729132" sldId="3334"/>
        </pc:sldMkLst>
        <pc:spChg chg="mod">
          <ac:chgData name="Rodrigo Ferreira de Carvalho" userId="b35ec19c-d537-4211-bec0-927b32a2c69a" providerId="ADAL" clId="{1158E856-A5B7-4A9A-9CB9-8ABBA1891FB1}" dt="2026-08-11T13:03:26.745" v="2105" actId="20577"/>
          <ac:spMkLst>
            <pc:docMk/>
            <pc:sldMk cId="1591729132" sldId="3334"/>
            <ac:spMk id="4" creationId="{435BFE81-5A9E-BA08-2995-F2CB8B356F30}"/>
          </ac:spMkLst>
        </pc:spChg>
        <pc:spChg chg="mod">
          <ac:chgData name="Rodrigo Ferreira de Carvalho" userId="b35ec19c-d537-4211-bec0-927b32a2c69a" providerId="ADAL" clId="{1158E856-A5B7-4A9A-9CB9-8ABBA1891FB1}" dt="2026-08-11T13:10:37.072" v="2205" actId="20577"/>
          <ac:spMkLst>
            <pc:docMk/>
            <pc:sldMk cId="1591729132" sldId="3334"/>
            <ac:spMk id="5" creationId="{A2C6D4FF-2CD6-EE31-A9A0-D163B0A29ACF}"/>
          </ac:spMkLst>
        </pc:spChg>
        <pc:spChg chg="mod">
          <ac:chgData name="Rodrigo Ferreira de Carvalho" userId="b35ec19c-d537-4211-bec0-927b32a2c69a" providerId="ADAL" clId="{1158E856-A5B7-4A9A-9CB9-8ABBA1891FB1}" dt="2026-08-11T13:07:48.930" v="2171" actId="20577"/>
          <ac:spMkLst>
            <pc:docMk/>
            <pc:sldMk cId="1591729132" sldId="3334"/>
            <ac:spMk id="6" creationId="{A6361586-0775-1169-3084-F7D007ADEEBF}"/>
          </ac:spMkLst>
        </pc:spChg>
        <pc:spChg chg="mod">
          <ac:chgData name="Rodrigo Ferreira de Carvalho" userId="b35ec19c-d537-4211-bec0-927b32a2c69a" providerId="ADAL" clId="{1158E856-A5B7-4A9A-9CB9-8ABBA1891FB1}" dt="2026-08-11T13:10:42.115" v="2206" actId="20577"/>
          <ac:spMkLst>
            <pc:docMk/>
            <pc:sldMk cId="1591729132" sldId="3334"/>
            <ac:spMk id="7" creationId="{9725AA99-B3B4-ACD5-CAAE-FF6BAE675D95}"/>
          </ac:spMkLst>
        </pc:spChg>
      </pc:sldChg>
      <pc:sldChg chg="addSp delSp modSp mod">
        <pc:chgData name="Rodrigo Ferreira de Carvalho" userId="b35ec19c-d537-4211-bec0-927b32a2c69a" providerId="ADAL" clId="{1158E856-A5B7-4A9A-9CB9-8ABBA1891FB1}" dt="2026-08-24T12:48:31.215" v="2612"/>
        <pc:sldMkLst>
          <pc:docMk/>
          <pc:sldMk cId="1932955259" sldId="3338"/>
        </pc:sldMkLst>
        <pc:spChg chg="del">
          <ac:chgData name="Rodrigo Ferreira de Carvalho" userId="b35ec19c-d537-4211-bec0-927b32a2c69a" providerId="ADAL" clId="{1158E856-A5B7-4A9A-9CB9-8ABBA1891FB1}" dt="2026-08-24T12:47:49.830" v="2603" actId="478"/>
          <ac:spMkLst>
            <pc:docMk/>
            <pc:sldMk cId="1932955259" sldId="3338"/>
            <ac:spMk id="2" creationId="{2FD6CAF6-A4B9-A08F-8140-0571046AF60E}"/>
          </ac:spMkLst>
        </pc:spChg>
        <pc:spChg chg="del">
          <ac:chgData name="Rodrigo Ferreira de Carvalho" userId="b35ec19c-d537-4211-bec0-927b32a2c69a" providerId="ADAL" clId="{1158E856-A5B7-4A9A-9CB9-8ABBA1891FB1}" dt="2026-08-24T12:47:51.047" v="2604" actId="478"/>
          <ac:spMkLst>
            <pc:docMk/>
            <pc:sldMk cId="1932955259" sldId="3338"/>
            <ac:spMk id="4" creationId="{1769312B-6A14-7A06-F718-5E9D1FC3EB71}"/>
          </ac:spMkLst>
        </pc:spChg>
        <pc:spChg chg="add mod">
          <ac:chgData name="Rodrigo Ferreira de Carvalho" userId="b35ec19c-d537-4211-bec0-927b32a2c69a" providerId="ADAL" clId="{1158E856-A5B7-4A9A-9CB9-8ABBA1891FB1}" dt="2026-08-24T12:48:31.215" v="2612"/>
          <ac:spMkLst>
            <pc:docMk/>
            <pc:sldMk cId="1932955259" sldId="3338"/>
            <ac:spMk id="6" creationId="{7C2924D8-4261-60A6-1DD6-CBFE89C477E0}"/>
          </ac:spMkLst>
        </pc:spChg>
        <pc:spChg chg="add del">
          <ac:chgData name="Rodrigo Ferreira de Carvalho" userId="b35ec19c-d537-4211-bec0-927b32a2c69a" providerId="ADAL" clId="{1158E856-A5B7-4A9A-9CB9-8ABBA1891FB1}" dt="2026-08-24T12:48:18.456" v="2611" actId="478"/>
          <ac:spMkLst>
            <pc:docMk/>
            <pc:sldMk cId="1932955259" sldId="3338"/>
            <ac:spMk id="8" creationId="{6A2BD7FA-5D37-D30D-2BD8-7827C55E753E}"/>
          </ac:spMkLst>
        </pc:spChg>
      </pc:sldChg>
      <pc:sldChg chg="addSp delSp modSp mod">
        <pc:chgData name="Rodrigo Ferreira de Carvalho" userId="b35ec19c-d537-4211-bec0-927b32a2c69a" providerId="ADAL" clId="{1158E856-A5B7-4A9A-9CB9-8ABBA1891FB1}" dt="2026-08-25T02:18:01.644" v="3243" actId="14100"/>
        <pc:sldMkLst>
          <pc:docMk/>
          <pc:sldMk cId="143662274" sldId="3339"/>
        </pc:sldMkLst>
        <pc:spChg chg="mod">
          <ac:chgData name="Rodrigo Ferreira de Carvalho" userId="b35ec19c-d537-4211-bec0-927b32a2c69a" providerId="ADAL" clId="{1158E856-A5B7-4A9A-9CB9-8ABBA1891FB1}" dt="2026-08-21T20:07:00.888" v="2226" actId="20577"/>
          <ac:spMkLst>
            <pc:docMk/>
            <pc:sldMk cId="143662274" sldId="3339"/>
            <ac:spMk id="3" creationId="{998F1D1F-34F5-68DE-73BF-96888B1722BC}"/>
          </ac:spMkLst>
        </pc:spChg>
        <pc:spChg chg="add mod">
          <ac:chgData name="Rodrigo Ferreira de Carvalho" userId="b35ec19c-d537-4211-bec0-927b32a2c69a" providerId="ADAL" clId="{1158E856-A5B7-4A9A-9CB9-8ABBA1891FB1}" dt="2026-08-25T00:57:36.331" v="2747" actId="208"/>
          <ac:spMkLst>
            <pc:docMk/>
            <pc:sldMk cId="143662274" sldId="3339"/>
            <ac:spMk id="4" creationId="{8AC6B37A-59C8-B7AE-43D9-A65CCC96927C}"/>
          </ac:spMkLst>
        </pc:spChg>
        <pc:spChg chg="add mod">
          <ac:chgData name="Rodrigo Ferreira de Carvalho" userId="b35ec19c-d537-4211-bec0-927b32a2c69a" providerId="ADAL" clId="{1158E856-A5B7-4A9A-9CB9-8ABBA1891FB1}" dt="2026-08-25T00:58:28.703" v="2790" actId="14100"/>
          <ac:spMkLst>
            <pc:docMk/>
            <pc:sldMk cId="143662274" sldId="3339"/>
            <ac:spMk id="6" creationId="{8CD7C987-E133-8B4F-3820-E7318522D2B5}"/>
          </ac:spMkLst>
        </pc:spChg>
        <pc:spChg chg="add mod">
          <ac:chgData name="Rodrigo Ferreira de Carvalho" userId="b35ec19c-d537-4211-bec0-927b32a2c69a" providerId="ADAL" clId="{1158E856-A5B7-4A9A-9CB9-8ABBA1891FB1}" dt="2026-08-25T01:00:28.692" v="2837" actId="208"/>
          <ac:spMkLst>
            <pc:docMk/>
            <pc:sldMk cId="143662274" sldId="3339"/>
            <ac:spMk id="8" creationId="{5DB1CD1B-8641-1DBB-BC8E-561E46D24CA0}"/>
          </ac:spMkLst>
        </pc:spChg>
        <pc:spChg chg="add mod">
          <ac:chgData name="Rodrigo Ferreira de Carvalho" userId="b35ec19c-d537-4211-bec0-927b32a2c69a" providerId="ADAL" clId="{1158E856-A5B7-4A9A-9CB9-8ABBA1891FB1}" dt="2026-08-25T01:00:44.039" v="2839" actId="208"/>
          <ac:spMkLst>
            <pc:docMk/>
            <pc:sldMk cId="143662274" sldId="3339"/>
            <ac:spMk id="11" creationId="{E2827918-BB3D-7E77-4F2A-90265F34A79E}"/>
          </ac:spMkLst>
        </pc:spChg>
        <pc:spChg chg="add mod">
          <ac:chgData name="Rodrigo Ferreira de Carvalho" userId="b35ec19c-d537-4211-bec0-927b32a2c69a" providerId="ADAL" clId="{1158E856-A5B7-4A9A-9CB9-8ABBA1891FB1}" dt="2026-08-25T01:01:32.920" v="2841" actId="208"/>
          <ac:spMkLst>
            <pc:docMk/>
            <pc:sldMk cId="143662274" sldId="3339"/>
            <ac:spMk id="14" creationId="{E97ACACE-C79A-0D87-F0D1-8059928787F7}"/>
          </ac:spMkLst>
        </pc:spChg>
        <pc:spChg chg="add mod">
          <ac:chgData name="Rodrigo Ferreira de Carvalho" userId="b35ec19c-d537-4211-bec0-927b32a2c69a" providerId="ADAL" clId="{1158E856-A5B7-4A9A-9CB9-8ABBA1891FB1}" dt="2026-08-25T00:59:43.907" v="2830" actId="20577"/>
          <ac:spMkLst>
            <pc:docMk/>
            <pc:sldMk cId="143662274" sldId="3339"/>
            <ac:spMk id="16" creationId="{C6ADA759-6433-B31C-241B-35600BA372B2}"/>
          </ac:spMkLst>
        </pc:spChg>
        <pc:spChg chg="mod">
          <ac:chgData name="Rodrigo Ferreira de Carvalho" userId="b35ec19c-d537-4211-bec0-927b32a2c69a" providerId="ADAL" clId="{1158E856-A5B7-4A9A-9CB9-8ABBA1891FB1}" dt="2026-08-21T20:07:51.831" v="2233" actId="20577"/>
          <ac:spMkLst>
            <pc:docMk/>
            <pc:sldMk cId="143662274" sldId="3339"/>
            <ac:spMk id="17" creationId="{C6F8BEC0-AEEB-6B33-6405-F915459A57B6}"/>
          </ac:spMkLst>
        </pc:spChg>
        <pc:spChg chg="add mod">
          <ac:chgData name="Rodrigo Ferreira de Carvalho" userId="b35ec19c-d537-4211-bec0-927b32a2c69a" providerId="ADAL" clId="{1158E856-A5B7-4A9A-9CB9-8ABBA1891FB1}" dt="2026-08-25T00:59:37.401" v="2827" actId="20577"/>
          <ac:spMkLst>
            <pc:docMk/>
            <pc:sldMk cId="143662274" sldId="3339"/>
            <ac:spMk id="19" creationId="{266A0D98-2BD7-FB47-AE80-B74D277A3DFD}"/>
          </ac:spMkLst>
        </pc:spChg>
        <pc:spChg chg="add mod">
          <ac:chgData name="Rodrigo Ferreira de Carvalho" userId="b35ec19c-d537-4211-bec0-927b32a2c69a" providerId="ADAL" clId="{1158E856-A5B7-4A9A-9CB9-8ABBA1891FB1}" dt="2026-08-25T01:00:09.344" v="2835" actId="1076"/>
          <ac:spMkLst>
            <pc:docMk/>
            <pc:sldMk cId="143662274" sldId="3339"/>
            <ac:spMk id="22" creationId="{A57FD494-897F-5C49-74D6-FC36E1DAEEFC}"/>
          </ac:spMkLst>
        </pc:spChg>
        <pc:spChg chg="add del">
          <ac:chgData name="Rodrigo Ferreira de Carvalho" userId="b35ec19c-d537-4211-bec0-927b32a2c69a" providerId="ADAL" clId="{1158E856-A5B7-4A9A-9CB9-8ABBA1891FB1}" dt="2026-08-25T01:03:39.236" v="2844" actId="22"/>
          <ac:spMkLst>
            <pc:docMk/>
            <pc:sldMk cId="143662274" sldId="3339"/>
            <ac:spMk id="24" creationId="{0C4A7EF4-38C4-7B13-67BA-0682BCB871F1}"/>
          </ac:spMkLst>
        </pc:spChg>
        <pc:graphicFrameChg chg="add mod">
          <ac:chgData name="Rodrigo Ferreira de Carvalho" userId="b35ec19c-d537-4211-bec0-927b32a2c69a" providerId="ADAL" clId="{1158E856-A5B7-4A9A-9CB9-8ABBA1891FB1}" dt="2026-08-25T02:17:32.841" v="3236"/>
          <ac:graphicFrameMkLst>
            <pc:docMk/>
            <pc:sldMk cId="143662274" sldId="3339"/>
            <ac:graphicFrameMk id="27" creationId="{4A4E8A1E-7C16-D83E-6E72-8B2B86633270}"/>
          </ac:graphicFrameMkLst>
        </pc:graphicFrameChg>
        <pc:picChg chg="add del mod">
          <ac:chgData name="Rodrigo Ferreira de Carvalho" userId="b35ec19c-d537-4211-bec0-927b32a2c69a" providerId="ADAL" clId="{1158E856-A5B7-4A9A-9CB9-8ABBA1891FB1}" dt="2026-08-25T01:01:41.313" v="2842" actId="478"/>
          <ac:picMkLst>
            <pc:docMk/>
            <pc:sldMk cId="143662274" sldId="3339"/>
            <ac:picMk id="20" creationId="{20EDC1A6-B6FB-136C-A5DE-E170DDEBBC70}"/>
          </ac:picMkLst>
        </pc:picChg>
        <pc:picChg chg="add del mod">
          <ac:chgData name="Rodrigo Ferreira de Carvalho" userId="b35ec19c-d537-4211-bec0-927b32a2c69a" providerId="ADAL" clId="{1158E856-A5B7-4A9A-9CB9-8ABBA1891FB1}" dt="2026-08-25T02:17:31.662" v="3235" actId="478"/>
          <ac:picMkLst>
            <pc:docMk/>
            <pc:sldMk cId="143662274" sldId="3339"/>
            <ac:picMk id="26" creationId="{EF3D7D06-14D4-D93D-A129-5A0D2A40C0CC}"/>
          </ac:picMkLst>
        </pc:picChg>
        <pc:picChg chg="add mod">
          <ac:chgData name="Rodrigo Ferreira de Carvalho" userId="b35ec19c-d537-4211-bec0-927b32a2c69a" providerId="ADAL" clId="{1158E856-A5B7-4A9A-9CB9-8ABBA1891FB1}" dt="2026-08-25T02:18:01.644" v="3243" actId="14100"/>
          <ac:picMkLst>
            <pc:docMk/>
            <pc:sldMk cId="143662274" sldId="3339"/>
            <ac:picMk id="29" creationId="{CA4E11D7-37D8-CDB9-3421-6752A8A6D110}"/>
          </ac:picMkLst>
        </pc:picChg>
      </pc:sldChg>
      <pc:sldChg chg="addSp delSp modSp mod">
        <pc:chgData name="Rodrigo Ferreira de Carvalho" userId="b35ec19c-d537-4211-bec0-927b32a2c69a" providerId="ADAL" clId="{1158E856-A5B7-4A9A-9CB9-8ABBA1891FB1}" dt="2026-08-24T12:32:15.460" v="2489" actId="1076"/>
        <pc:sldMkLst>
          <pc:docMk/>
          <pc:sldMk cId="4247115177" sldId="3340"/>
        </pc:sldMkLst>
        <pc:spChg chg="mod">
          <ac:chgData name="Rodrigo Ferreira de Carvalho" userId="b35ec19c-d537-4211-bec0-927b32a2c69a" providerId="ADAL" clId="{1158E856-A5B7-4A9A-9CB9-8ABBA1891FB1}" dt="2026-08-24T12:30:04.796" v="2481" actId="20577"/>
          <ac:spMkLst>
            <pc:docMk/>
            <pc:sldMk cId="4247115177" sldId="3340"/>
            <ac:spMk id="11" creationId="{E790A11F-3933-9743-3139-BC373E76BB59}"/>
          </ac:spMkLst>
        </pc:spChg>
        <pc:picChg chg="del">
          <ac:chgData name="Rodrigo Ferreira de Carvalho" userId="b35ec19c-d537-4211-bec0-927b32a2c69a" providerId="ADAL" clId="{1158E856-A5B7-4A9A-9CB9-8ABBA1891FB1}" dt="2026-08-24T12:31:59.458" v="2484" actId="478"/>
          <ac:picMkLst>
            <pc:docMk/>
            <pc:sldMk cId="4247115177" sldId="3340"/>
            <ac:picMk id="4" creationId="{CC9949E8-653C-8402-CE6E-A79ACD835DD4}"/>
          </ac:picMkLst>
        </pc:picChg>
        <pc:picChg chg="add mod">
          <ac:chgData name="Rodrigo Ferreira de Carvalho" userId="b35ec19c-d537-4211-bec0-927b32a2c69a" providerId="ADAL" clId="{1158E856-A5B7-4A9A-9CB9-8ABBA1891FB1}" dt="2026-08-24T12:32:15.460" v="2489" actId="1076"/>
          <ac:picMkLst>
            <pc:docMk/>
            <pc:sldMk cId="4247115177" sldId="3340"/>
            <ac:picMk id="6" creationId="{E1E78BCB-21F7-B437-4C99-E43D72484C8A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RODRIGO/APRESENTA&#199;&#213;ES/FECHAMENTO%202026/2_tr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RODRIGO/APRESENTA&#199;&#213;ES/FECHAMENTO%202026/2_tri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RODRIGO/APRESENTA&#199;&#213;ES/FECHAMENTO%202026/2_tri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RODRIGO/APRESENTA&#199;&#213;ES/FECHAMENTO%202026/2_tri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RODRIGO/APRESENTA&#199;&#213;ES/FECHAMENTO%202026/perdas_2tri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RODRIGO/APRESENTA&#199;&#213;ES/FECHAMENTO%202026/perdas_2tri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ssilva\Desktop\P&#211;S%20VENDAS\2025\APRESENTA&#199;&#195;O%20CARTEIRA\2025\bas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consigazgasball-my.sharepoint.com/personal/rodrigo_carvalho_consigaz_com_br/Documents/Documentos/RODRIGO/APRESENTA&#199;&#213;ES/FECHAMENTO%202026/OCORRENCIAS_1_TRI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400" b="1">
                <a:solidFill>
                  <a:schemeClr val="tx1"/>
                </a:solidFill>
              </a:rPr>
              <a:t>VOLUME TRI 2025 x</a:t>
            </a:r>
            <a:r>
              <a:rPr lang="pt-BR" sz="1400" b="1" baseline="0">
                <a:solidFill>
                  <a:schemeClr val="tx1"/>
                </a:solidFill>
              </a:rPr>
              <a:t> 2026</a:t>
            </a:r>
            <a:endParaRPr lang="pt-BR" sz="1400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DASH!$P$113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numFmt formatCode="#,###,&quot; ton&quot;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DASH!$O$91:$O$93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</c:strRef>
          </c:cat>
          <c:val>
            <c:numRef>
              <c:f>DASH!$P$114:$P$116</c:f>
              <c:numCache>
                <c:formatCode>#,##0_ ;\-#,##0\ </c:formatCode>
                <c:ptCount val="3"/>
                <c:pt idx="0">
                  <c:v>148309.01800000088</c:v>
                </c:pt>
                <c:pt idx="1">
                  <c:v>179543.01500000028</c:v>
                </c:pt>
                <c:pt idx="2">
                  <c:v>170286.60699999993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DD-473E-899E-96B413F71225}"/>
            </c:ext>
          </c:extLst>
        </c:ser>
        <c:ser>
          <c:idx val="1"/>
          <c:order val="1"/>
          <c:tx>
            <c:strRef>
              <c:f>DASH!$Q$113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#,&quot; ton&quot;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DASH!$O$91:$O$93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</c:strRef>
          </c:cat>
          <c:val>
            <c:numRef>
              <c:f>DASH!$Q$114:$Q$116</c:f>
              <c:numCache>
                <c:formatCode>#,##0_ ;\-#,##0\ </c:formatCode>
                <c:ptCount val="3"/>
                <c:pt idx="0">
                  <c:v>181383.31700000024</c:v>
                </c:pt>
                <c:pt idx="1">
                  <c:v>197086.62500000006</c:v>
                </c:pt>
                <c:pt idx="2">
                  <c:v>193890.77700000018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DD-473E-899E-96B413F71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50"/>
        <c:axId val="1788064447"/>
        <c:axId val="1788065407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DASH!$R$88:$R$90</c15:sqref>
                        </c15:formulaRef>
                      </c:ext>
                    </c:extLst>
                    <c:strCache>
                      <c:ptCount val="3"/>
                      <c:pt idx="0">
                        <c:v>Preencher manual p/ Tri (LUCRO BRUTO)</c:v>
                      </c:pt>
                      <c:pt idx="2">
                        <c:v>% Meta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pt-BR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DASH!$O$91:$O$93</c15:sqref>
                        </c15:formulaRef>
                      </c:ext>
                    </c:extLst>
                    <c:strCache>
                      <c:ptCount val="3"/>
                      <c:pt idx="0">
                        <c:v>ABR</c:v>
                      </c:pt>
                      <c:pt idx="1">
                        <c:v>MAI</c:v>
                      </c:pt>
                      <c:pt idx="2">
                        <c:v>JUN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DASH!$R$91:$R$93</c15:sqref>
                        </c15:formulaRef>
                      </c:ext>
                    </c:extLst>
                    <c:numCache>
                      <c:formatCode>0.00%</c:formatCode>
                      <c:ptCount val="3"/>
                      <c:pt idx="0">
                        <c:v>1.2258448662992212</c:v>
                      </c:pt>
                      <c:pt idx="1">
                        <c:v>1.1888633855703148</c:v>
                      </c:pt>
                      <c:pt idx="2">
                        <c:v>1.2197250067136891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BDD-473E-899E-96B413F71225}"/>
                  </c:ext>
                </c:extLst>
              </c15:ser>
            </c15:filteredBarSeries>
          </c:ext>
        </c:extLst>
      </c:barChart>
      <c:catAx>
        <c:axId val="17880644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88065407"/>
        <c:crosses val="autoZero"/>
        <c:auto val="1"/>
        <c:lblAlgn val="ctr"/>
        <c:lblOffset val="100"/>
        <c:noMultiLvlLbl val="0"/>
      </c:catAx>
      <c:valAx>
        <c:axId val="1788065407"/>
        <c:scaling>
          <c:orientation val="minMax"/>
        </c:scaling>
        <c:delete val="1"/>
        <c:axPos val="l"/>
        <c:numFmt formatCode="#,##0_ ;\-#,##0\ " sourceLinked="1"/>
        <c:majorTickMark val="none"/>
        <c:minorTickMark val="none"/>
        <c:tickLblPos val="nextTo"/>
        <c:crossAx val="1788064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legendEntry>
      <c:layout>
        <c:manualLayout>
          <c:xMode val="edge"/>
          <c:yMode val="edge"/>
          <c:x val="0.10425779628906558"/>
          <c:y val="0.89409667541557303"/>
          <c:w val="0.89574220371093449"/>
          <c:h val="6.8825991345676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400" b="1" dirty="0">
                <a:solidFill>
                  <a:schemeClr val="tx1"/>
                </a:solidFill>
              </a:rPr>
              <a:t>LUCRO BRUTO</a:t>
            </a:r>
            <a:r>
              <a:rPr lang="pt-BR" sz="1400" b="1" baseline="0" dirty="0">
                <a:solidFill>
                  <a:schemeClr val="tx1"/>
                </a:solidFill>
              </a:rPr>
              <a:t> ACUMULADO TRI </a:t>
            </a:r>
            <a:endParaRPr lang="pt-BR" sz="14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DASH!$O$71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numFmt formatCode="#,###,&quot; mil&quot;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DASH!$O$91:$O$93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</c:strRef>
          </c:cat>
          <c:val>
            <c:numRef>
              <c:f>DASH!$O$73</c:f>
              <c:numCache>
                <c:formatCode>"R$"#,##0.00_);[Red]\("R$"#,##0.00\)</c:formatCode>
                <c:ptCount val="1"/>
                <c:pt idx="0">
                  <c:v>1594226.76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87-4950-BF4B-A32389B5AF1F}"/>
            </c:ext>
          </c:extLst>
        </c:ser>
        <c:ser>
          <c:idx val="1"/>
          <c:order val="1"/>
          <c:tx>
            <c:strRef>
              <c:f>DASH!$P$71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#,&quot; mil&quot;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DASH!$O$91:$O$93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</c:strRef>
          </c:cat>
          <c:val>
            <c:numRef>
              <c:f>DASH!$P$73</c:f>
              <c:numCache>
                <c:formatCode>"R$"#,##0.00_);[Red]\("R$"#,##0.00\)</c:formatCode>
                <c:ptCount val="1"/>
                <c:pt idx="0">
                  <c:v>2144464.1800000002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87-4950-BF4B-A32389B5AF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0"/>
        <c:overlap val="-100"/>
        <c:axId val="1788064447"/>
        <c:axId val="1788065407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DASH!$R$88:$R$90</c15:sqref>
                        </c15:formulaRef>
                      </c:ext>
                    </c:extLst>
                    <c:strCache>
                      <c:ptCount val="3"/>
                      <c:pt idx="0">
                        <c:v>Preencher manual p/ Tri (LUCRO BRUTO)</c:v>
                      </c:pt>
                      <c:pt idx="2">
                        <c:v>% Meta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pt-BR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DASH!$O$91:$O$93</c15:sqref>
                        </c15:formulaRef>
                      </c:ext>
                    </c:extLst>
                    <c:strCache>
                      <c:ptCount val="3"/>
                      <c:pt idx="0">
                        <c:v>ABR</c:v>
                      </c:pt>
                      <c:pt idx="1">
                        <c:v>MAI</c:v>
                      </c:pt>
                      <c:pt idx="2">
                        <c:v>JUN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DASH!$R$91:$R$93</c15:sqref>
                        </c15:formulaRef>
                      </c:ext>
                    </c:extLst>
                    <c:numCache>
                      <c:formatCode>0.00%</c:formatCode>
                      <c:ptCount val="3"/>
                      <c:pt idx="0">
                        <c:v>1.2258448662992212</c:v>
                      </c:pt>
                      <c:pt idx="1">
                        <c:v>1.1888633855703148</c:v>
                      </c:pt>
                      <c:pt idx="2">
                        <c:v>1.2197250067136891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6087-4950-BF4B-A32389B5AF1F}"/>
                  </c:ext>
                </c:extLst>
              </c15:ser>
            </c15:filteredBarSeries>
          </c:ext>
        </c:extLst>
      </c:barChart>
      <c:catAx>
        <c:axId val="17880644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88065407"/>
        <c:crosses val="autoZero"/>
        <c:auto val="1"/>
        <c:lblAlgn val="ctr"/>
        <c:lblOffset val="100"/>
        <c:noMultiLvlLbl val="0"/>
      </c:catAx>
      <c:valAx>
        <c:axId val="1788065407"/>
        <c:scaling>
          <c:orientation val="minMax"/>
        </c:scaling>
        <c:delete val="1"/>
        <c:axPos val="l"/>
        <c:numFmt formatCode="&quot;R$&quot;#,##0.00_);[Red]\(&quot;R$&quot;#,##0.00\)" sourceLinked="1"/>
        <c:majorTickMark val="none"/>
        <c:minorTickMark val="none"/>
        <c:tickLblPos val="nextTo"/>
        <c:crossAx val="1788064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legendEntry>
      <c:layout>
        <c:manualLayout>
          <c:xMode val="edge"/>
          <c:yMode val="edge"/>
          <c:x val="0.17904515360237505"/>
          <c:y val="0.90211122501654051"/>
          <c:w val="0.64712821856172087"/>
          <c:h val="7.57281101635148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sz="1400" b="1">
                <a:solidFill>
                  <a:schemeClr val="tx1"/>
                </a:solidFill>
              </a:rPr>
              <a:t>META</a:t>
            </a:r>
            <a:r>
              <a:rPr lang="pt-BR" sz="1400" b="1" baseline="0">
                <a:solidFill>
                  <a:schemeClr val="tx1"/>
                </a:solidFill>
              </a:rPr>
              <a:t> LUCRO BRUTO X REALIZADO</a:t>
            </a:r>
            <a:endParaRPr lang="pt-BR" sz="1400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DASH!$P$90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numFmt formatCode="#,###,&quot; mil&quot;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overflow" horzOverflow="overflow" wrap="square" lIns="38100" tIns="19050" rIns="38100" bIns="19050" anchor="ctr" anchorCtr="0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DASH!$O$91:$O$93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</c:strRef>
          </c:cat>
          <c:val>
            <c:numRef>
              <c:f>DASH!$P$91:$P$93</c:f>
              <c:numCache>
                <c:formatCode>_("R$"* #,##0.00_);_("R$"* \(#,##0.00\);_("R$"* "-"??_);_(@_)</c:formatCode>
                <c:ptCount val="3"/>
                <c:pt idx="0">
                  <c:v>564987.31885960186</c:v>
                </c:pt>
                <c:pt idx="1">
                  <c:v>617436.0144398486</c:v>
                </c:pt>
                <c:pt idx="2">
                  <c:v>588518.1481764107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F3-48C6-8699-C66CD89CD0FB}"/>
            </c:ext>
          </c:extLst>
        </c:ser>
        <c:ser>
          <c:idx val="1"/>
          <c:order val="1"/>
          <c:tx>
            <c:strRef>
              <c:f>DASH!$Q$90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#,&quot; mil&quot;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overflow" horzOverflow="overflow" wrap="square" lIns="38100" tIns="19050" rIns="38100" bIns="19050" anchor="ctr" anchorCtr="0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DASH!$O$91:$O$93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</c:strRef>
          </c:cat>
          <c:val>
            <c:numRef>
              <c:f>DASH!$Q$91:$Q$93</c:f>
              <c:numCache>
                <c:formatCode>_("R$"* #,##0.00_);_("R$"* \(#,##0.00\);_("R$"* "-"??_);_(@_)</c:formatCode>
                <c:ptCount val="3"/>
                <c:pt idx="0">
                  <c:v>692586.80434820405</c:v>
                </c:pt>
                <c:pt idx="1">
                  <c:v>734047.07050000015</c:v>
                </c:pt>
                <c:pt idx="2">
                  <c:v>717830.30223560042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F3-48C6-8699-C66CD89CD0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overlap val="-50"/>
        <c:axId val="1788064447"/>
        <c:axId val="1788065407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DASH!$R$88:$R$90</c15:sqref>
                        </c15:formulaRef>
                      </c:ext>
                    </c:extLst>
                    <c:strCache>
                      <c:ptCount val="3"/>
                      <c:pt idx="0">
                        <c:v>Preencher manual p/ Tri (LUCRO BRUTO)</c:v>
                      </c:pt>
                      <c:pt idx="2">
                        <c:v>% Meta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pt-BR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DASH!$O$91:$O$93</c15:sqref>
                        </c15:formulaRef>
                      </c:ext>
                    </c:extLst>
                    <c:strCache>
                      <c:ptCount val="3"/>
                      <c:pt idx="0">
                        <c:v>ABR</c:v>
                      </c:pt>
                      <c:pt idx="1">
                        <c:v>MAI</c:v>
                      </c:pt>
                      <c:pt idx="2">
                        <c:v>JUN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DASH!$R$91:$R$93</c15:sqref>
                        </c15:formulaRef>
                      </c:ext>
                    </c:extLst>
                    <c:numCache>
                      <c:formatCode>0.00%</c:formatCode>
                      <c:ptCount val="3"/>
                      <c:pt idx="0">
                        <c:v>1.2258448662992212</c:v>
                      </c:pt>
                      <c:pt idx="1">
                        <c:v>1.1888633855703148</c:v>
                      </c:pt>
                      <c:pt idx="2">
                        <c:v>1.2197250067136891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6BF3-48C6-8699-C66CD89CD0FB}"/>
                  </c:ext>
                </c:extLst>
              </c15:ser>
            </c15:filteredBarSeries>
          </c:ext>
        </c:extLst>
      </c:barChart>
      <c:catAx>
        <c:axId val="17880644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88065407"/>
        <c:crosses val="autoZero"/>
        <c:auto val="1"/>
        <c:lblAlgn val="ctr"/>
        <c:lblOffset val="100"/>
        <c:noMultiLvlLbl val="0"/>
      </c:catAx>
      <c:valAx>
        <c:axId val="1788065407"/>
        <c:scaling>
          <c:orientation val="minMax"/>
        </c:scaling>
        <c:delete val="1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crossAx val="1788064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legendEntry>
      <c:layout>
        <c:manualLayout>
          <c:xMode val="edge"/>
          <c:yMode val="edge"/>
          <c:x val="0.10425779628906558"/>
          <c:y val="0.89409667541557303"/>
          <c:w val="0.89574220371093449"/>
          <c:h val="6.8825991345676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DASH!$D$3</c:f>
              <c:strCache>
                <c:ptCount val="1"/>
                <c:pt idx="0">
                  <c:v>Preço Médio</c:v>
                </c:pt>
              </c:strCache>
            </c:strRef>
          </c:tx>
          <c:spPr>
            <a:ln w="508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DASH!$A$7:$A$9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  <c:extLst/>
            </c:strRef>
          </c:cat>
          <c:val>
            <c:numRef>
              <c:f>DASH!$D$7:$D$9</c:f>
              <c:numCache>
                <c:formatCode>_("R$"* #,##0.00_);_("R$"* \(#,##0.00\);_("R$"* "-"??_);_(@_)</c:formatCode>
                <c:ptCount val="3"/>
                <c:pt idx="0">
                  <c:v>8.0437600112914218</c:v>
                </c:pt>
                <c:pt idx="1">
                  <c:v>7.9444895258620374</c:v>
                </c:pt>
                <c:pt idx="2">
                  <c:v>7.9194405776196497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84D9-47A6-993C-3965C6DCE286}"/>
            </c:ext>
          </c:extLst>
        </c:ser>
        <c:ser>
          <c:idx val="1"/>
          <c:order val="1"/>
          <c:tx>
            <c:strRef>
              <c:f>DASH!$E$3</c:f>
              <c:strCache>
                <c:ptCount val="1"/>
                <c:pt idx="0">
                  <c:v>Refinaria</c:v>
                </c:pt>
              </c:strCache>
            </c:strRef>
          </c:tx>
          <c:spPr>
            <a:ln w="5080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DASH!$A$7:$A$9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  <c:extLst/>
            </c:strRef>
          </c:cat>
          <c:val>
            <c:numRef>
              <c:f>DASH!$E$7:$E$9</c:f>
              <c:numCache>
                <c:formatCode>_("R$"* #,##0.00_);_("R$"* \(#,##0.00\);_("R$"* "-"??_);_(@_)</c:formatCode>
                <c:ptCount val="3"/>
                <c:pt idx="0">
                  <c:v>4.2253999999999996</c:v>
                </c:pt>
                <c:pt idx="1">
                  <c:v>4.22</c:v>
                </c:pt>
                <c:pt idx="2">
                  <c:v>4.2172000000000001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84D9-47A6-993C-3965C6DCE286}"/>
            </c:ext>
          </c:extLst>
        </c:ser>
        <c:ser>
          <c:idx val="2"/>
          <c:order val="2"/>
          <c:tx>
            <c:strRef>
              <c:f>DASH!$F$3</c:f>
              <c:strCache>
                <c:ptCount val="1"/>
                <c:pt idx="0">
                  <c:v>Margem Bruta</c:v>
                </c:pt>
              </c:strCache>
            </c:strRef>
          </c:tx>
          <c:spPr>
            <a:ln w="508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DASH!$A$7:$A$9</c:f>
              <c:strCache>
                <c:ptCount val="3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</c:strCache>
              <c:extLst/>
            </c:strRef>
          </c:cat>
          <c:val>
            <c:numRef>
              <c:f>DASH!$F$7:$F$9</c:f>
              <c:numCache>
                <c:formatCode>_("R$"* #,##0.00_);_("R$"* \(#,##0.00\);_("R$"* "-"??_);_(@_)</c:formatCode>
                <c:ptCount val="3"/>
                <c:pt idx="0">
                  <c:v>3.8183600112914222</c:v>
                </c:pt>
                <c:pt idx="1">
                  <c:v>3.7244895258620376</c:v>
                </c:pt>
                <c:pt idx="2">
                  <c:v>3.7022405776196496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84D9-47A6-993C-3965C6DCE28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13947776"/>
        <c:axId val="313948736"/>
      </c:lineChart>
      <c:catAx>
        <c:axId val="31394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13948736"/>
        <c:crosses val="autoZero"/>
        <c:auto val="1"/>
        <c:lblAlgn val="ctr"/>
        <c:lblOffset val="100"/>
        <c:noMultiLvlLbl val="0"/>
      </c:catAx>
      <c:valAx>
        <c:axId val="313948736"/>
        <c:scaling>
          <c:orientation val="minMax"/>
          <c:min val="2"/>
        </c:scaling>
        <c:delete val="1"/>
        <c:axPos val="l"/>
        <c:numFmt formatCode="_(&quot;R$&quot;* #,##0.00_);_(&quot;R$&quot;* \(#,##0.00\);_(&quot;R$&quot;* &quot;-&quot;??_);_(@_)" sourceLinked="1"/>
        <c:majorTickMark val="out"/>
        <c:minorTickMark val="none"/>
        <c:tickLblPos val="nextTo"/>
        <c:crossAx val="313947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 b="1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390499699239979E-2"/>
          <c:y val="4.4172781661560606E-2"/>
          <c:w val="0.9126963511899181"/>
          <c:h val="0.81105400936766525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Perdidos!$G$77</c:f>
              <c:strCache>
                <c:ptCount val="1"/>
                <c:pt idx="0">
                  <c:v>VOL.MENSAL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Perdidos!$E$78:$E$80</c:f>
              <c:strCache>
                <c:ptCount val="3"/>
                <c:pt idx="0">
                  <c:v>Abril</c:v>
                </c:pt>
                <c:pt idx="1">
                  <c:v>Maio</c:v>
                </c:pt>
                <c:pt idx="2">
                  <c:v>Junho</c:v>
                </c:pt>
              </c:strCache>
            </c:strRef>
          </c:cat>
          <c:val>
            <c:numRef>
              <c:f>Perdidos!$G$78:$G$80</c:f>
              <c:numCache>
                <c:formatCode>0</c:formatCode>
                <c:ptCount val="3"/>
                <c:pt idx="0">
                  <c:v>96</c:v>
                </c:pt>
                <c:pt idx="1">
                  <c:v>376.41666666666663</c:v>
                </c:pt>
                <c:pt idx="2">
                  <c:v>213.54999999999998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09-4A49-A6AE-FBC289E02E26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2035949647"/>
        <c:axId val="2035950607"/>
      </c:barChart>
      <c:lineChart>
        <c:grouping val="standard"/>
        <c:varyColors val="0"/>
        <c:ser>
          <c:idx val="0"/>
          <c:order val="0"/>
          <c:tx>
            <c:strRef>
              <c:f>Perdidos!$F$77</c:f>
              <c:strCache>
                <c:ptCount val="1"/>
                <c:pt idx="0">
                  <c:v>QTDE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0666328123754149E-2"/>
                  <c:y val="-1.1833248974520231E-2"/>
                </c:manualLayout>
              </c:layout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916104938713623E-2"/>
                      <c:h val="0.1013470476532260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F09-4A49-A6AE-FBC289E02E26}"/>
                </c:ext>
              </c:extLst>
            </c:dLbl>
            <c:dLbl>
              <c:idx val="1"/>
              <c:layout>
                <c:manualLayout>
                  <c:x val="-3.3288263765787508E-2"/>
                  <c:y val="1.3727876754881754E-2"/>
                </c:manualLayout>
              </c:layout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887313364929974E-2"/>
                      <c:h val="0.104779050621503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2F09-4A49-A6AE-FBC289E02E26}"/>
                </c:ext>
              </c:extLst>
            </c:dLbl>
            <c:dLbl>
              <c:idx val="2"/>
              <c:layout>
                <c:manualLayout>
                  <c:x val="-3.3738073476111449E-2"/>
                  <c:y val="2.8897735229348326E-3"/>
                </c:manualLayout>
              </c:layout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887313364929974E-2"/>
                      <c:h val="0.104779050621503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F09-4A49-A6AE-FBC289E02E26}"/>
                </c:ext>
              </c:extLst>
            </c:dLbl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softEdge rad="25400"/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Perdidos!$E$78:$E$80</c:f>
              <c:strCache>
                <c:ptCount val="3"/>
                <c:pt idx="0">
                  <c:v>Abril</c:v>
                </c:pt>
                <c:pt idx="1">
                  <c:v>Maio</c:v>
                </c:pt>
                <c:pt idx="2">
                  <c:v>Junho</c:v>
                </c:pt>
              </c:strCache>
            </c:strRef>
          </c:cat>
          <c:val>
            <c:numRef>
              <c:f>Perdidos!$F$78:$F$80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F09-4A49-A6AE-FBC289E02E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92786591"/>
        <c:axId val="1792788511"/>
      </c:lineChart>
      <c:catAx>
        <c:axId val="20359496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50607"/>
        <c:crosses val="autoZero"/>
        <c:auto val="1"/>
        <c:lblAlgn val="ctr"/>
        <c:lblOffset val="100"/>
        <c:noMultiLvlLbl val="0"/>
      </c:catAx>
      <c:valAx>
        <c:axId val="2035950607"/>
        <c:scaling>
          <c:orientation val="minMax"/>
        </c:scaling>
        <c:delete val="0"/>
        <c:axPos val="l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49647"/>
        <c:crosses val="autoZero"/>
        <c:crossBetween val="between"/>
      </c:valAx>
      <c:valAx>
        <c:axId val="179278851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solidFill>
            <a:sysClr val="window" lastClr="FFFFFF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92786591"/>
        <c:crosses val="max"/>
        <c:crossBetween val="between"/>
      </c:valAx>
      <c:catAx>
        <c:axId val="1792786591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792788511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>
                <a:softEdge rad="25400"/>
              </a:effectLst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Perdidos!$J$76:$L$76</c:f>
              <c:strCache>
                <c:ptCount val="3"/>
                <c:pt idx="0">
                  <c:v>Troca de Energia</c:v>
                </c:pt>
                <c:pt idx="1">
                  <c:v>Inadimplência</c:v>
                </c:pt>
                <c:pt idx="2">
                  <c:v>Fechou/Falência</c:v>
                </c:pt>
              </c:strCache>
            </c:strRef>
          </c:cat>
          <c:val>
            <c:numRef>
              <c:f>Perdidos!$J$77:$L$77</c:f>
              <c:numCache>
                <c:formatCode>General</c:formatCode>
                <c:ptCount val="3"/>
                <c:pt idx="0">
                  <c:v>96</c:v>
                </c:pt>
                <c:pt idx="1">
                  <c:v>376</c:v>
                </c:pt>
                <c:pt idx="2">
                  <c:v>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5-41B5-9A48-9A6C7F5F26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35949647"/>
        <c:axId val="2035950607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dLbls>
            <c:dLbl>
              <c:idx val="0"/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08470012784647E-2"/>
                      <c:h val="0.129654624819388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565-41B5-9A48-9A6C7F5F26E6}"/>
                </c:ext>
              </c:extLst>
            </c:dLbl>
            <c:dLbl>
              <c:idx val="1"/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787174842410492E-2"/>
                      <c:h val="0.1398096610376847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565-41B5-9A48-9A6C7F5F26E6}"/>
                </c:ext>
              </c:extLst>
            </c:dLbl>
            <c:dLbl>
              <c:idx val="2"/>
              <c:spPr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ffectLst>
                  <a:softEdge rad="25400"/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1787174842410492E-2"/>
                      <c:h val="0.149964697255981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7565-41B5-9A48-9A6C7F5F26E6}"/>
                </c:ext>
              </c:extLst>
            </c:dLbl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softEdge rad="25400"/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Perdidos!$J$76:$L$76</c:f>
              <c:strCache>
                <c:ptCount val="3"/>
                <c:pt idx="0">
                  <c:v>Troca de Energia</c:v>
                </c:pt>
                <c:pt idx="1">
                  <c:v>Inadimplência</c:v>
                </c:pt>
                <c:pt idx="2">
                  <c:v>Fechou/Falência</c:v>
                </c:pt>
              </c:strCache>
            </c:strRef>
          </c:cat>
          <c:val>
            <c:numRef>
              <c:f>Perdidos!$J$78:$L$78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65-41B5-9A48-9A6C7F5F2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7031551"/>
        <c:axId val="1587030111"/>
      </c:lineChart>
      <c:catAx>
        <c:axId val="203594964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50607"/>
        <c:crosses val="autoZero"/>
        <c:auto val="1"/>
        <c:lblAlgn val="ctr"/>
        <c:lblOffset val="100"/>
        <c:noMultiLvlLbl val="0"/>
      </c:catAx>
      <c:valAx>
        <c:axId val="203595060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035949647"/>
        <c:crosses val="autoZero"/>
        <c:crossBetween val="between"/>
      </c:valAx>
      <c:valAx>
        <c:axId val="158703011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87031551"/>
        <c:crosses val="max"/>
        <c:crossBetween val="between"/>
      </c:valAx>
      <c:catAx>
        <c:axId val="15870315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870301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[base.xlsx]OCs!Tabela dinâmica6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bg1">
              <a:lumMod val="8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>
              <a:lumMod val="20000"/>
              <a:lumOff val="80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5038963002593655"/>
          <c:y val="0.14632321157483771"/>
          <c:w val="0.42250976013522684"/>
          <c:h val="0.75372623876560885"/>
        </c:manualLayout>
      </c:layout>
      <c:pieChart>
        <c:varyColors val="1"/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6D4-41A6-B737-B1B3563E54FC}"/>
              </c:ext>
            </c:extLst>
          </c:dPt>
          <c:dPt>
            <c:idx val="1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6D4-41A6-B737-B1B3563E54FC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D4-41A6-B737-B1B3563E54FC}"/>
              </c:ext>
            </c:extLst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D4-41A6-B737-B1B3563E54FC}"/>
              </c:ext>
            </c:extLst>
          </c:dPt>
          <c:dPt>
            <c:idx val="4"/>
            <c:bubble3D val="0"/>
            <c:spPr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6D4-41A6-B737-B1B3563E54FC}"/>
              </c:ext>
            </c:extLst>
          </c:dPt>
          <c:dPt>
            <c:idx val="5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6D4-41A6-B737-B1B3563E54FC}"/>
              </c:ext>
            </c:extLst>
          </c:dPt>
          <c:cat>
            <c:strRef>
              <c:f>Planilha1!$D$33:$D$38</c:f>
              <c:strCache>
                <c:ptCount val="6"/>
                <c:pt idx="0">
                  <c:v>[NEGÓCIOS] VISIT RELACIONAMENTO</c:v>
                </c:pt>
                <c:pt idx="1">
                  <c:v>[NEGÓCIOS] VISITA DE TRANSFERÊNCIA</c:v>
                </c:pt>
                <c:pt idx="2">
                  <c:v>[NEGÓCIOS] COMODATO INATIVO</c:v>
                </c:pt>
                <c:pt idx="3">
                  <c:v>[NEGÓCIOS] ENTREGA / RET DE DOCS</c:v>
                </c:pt>
                <c:pt idx="4">
                  <c:v>[NEGÓCIOS] VISITA - RECUSA DE ABASTECIMENTO</c:v>
                </c:pt>
                <c:pt idx="5">
                  <c:v>[NEGÓCIOS] VISITA PÓS VENDAS ATIVO</c:v>
                </c:pt>
              </c:strCache>
            </c:strRef>
          </c:cat>
          <c:val>
            <c:numRef>
              <c:f>Planilha1!$E$33:$E$38</c:f>
              <c:numCache>
                <c:formatCode>General</c:formatCode>
                <c:ptCount val="6"/>
                <c:pt idx="0">
                  <c:v>11</c:v>
                </c:pt>
                <c:pt idx="1">
                  <c:v>72</c:v>
                </c:pt>
                <c:pt idx="2">
                  <c:v>15</c:v>
                </c:pt>
                <c:pt idx="3">
                  <c:v>26</c:v>
                </c:pt>
                <c:pt idx="4">
                  <c:v>21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6D4-41A6-B737-B1B3563E54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7092039472719547"/>
          <c:y val="8.8760300968499933E-2"/>
          <c:w val="0.4179064209152627"/>
          <c:h val="0.8224790897315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8583F8F-F231-47A4-9349-825DB9499827}" authorId="{34751354-4899-00BE-5AE8-6BECC116D875}" created="2026-03-02T00:48:25.089">
    <pc:sldMkLst xmlns:pc="http://schemas.microsoft.com/office/powerpoint/2013/main/command">
      <pc:docMk/>
      <pc:sldMk cId="0" sldId="271"/>
    </pc:sldMkLst>
    <p188:txBody>
      <a:bodyPr/>
      <a:lstStyle/>
      <a:p>
        <a:r>
          <a:rPr lang="pt-BR"/>
          <a:t>Slide ok
</a:t>
        </a:r>
      </a:p>
    </p188:txBody>
  </p188:cm>
</p188:cmLst>
</file>

<file path=ppt/comments/modernComment_992_54C9AE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979934C-35CD-4D41-942D-C53C1F7C50F7}" authorId="{34751354-4899-00BE-5AE8-6BECC116D875}" created="2026-03-02T00:48:35.050">
    <pc:sldMkLst xmlns:pc="http://schemas.microsoft.com/office/powerpoint/2013/main/command">
      <pc:docMk/>
      <pc:sldMk cId="1422503547" sldId="2450"/>
    </pc:sldMkLst>
    <p188:txBody>
      <a:bodyPr/>
      <a:lstStyle/>
      <a:p>
        <a:r>
          <a:rPr lang="pt-BR"/>
          <a:t>Slide ok</a:t>
        </a:r>
      </a:p>
    </p188:txBody>
  </p188:cm>
</p188:cmLst>
</file>

<file path=ppt/comments/modernComment_CF5_8F827A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8049BF-63B8-4ACF-B02F-3940940CEE92}" authorId="{34751354-4899-00BE-5AE8-6BECC116D875}" created="2026-03-02T17:53:54.840">
    <pc:sldMkLst xmlns:pc="http://schemas.microsoft.com/office/powerpoint/2013/main/command">
      <pc:docMk/>
      <pc:sldMk cId="2407692906" sldId="3317"/>
    </pc:sldMkLst>
    <p188:replyLst/>
    <p188:txBody>
      <a:bodyPr/>
      <a:lstStyle/>
      <a:p>
        <a:r>
          <a:rPr lang="pt-BR"/>
          <a:t>UNIFICAR VOLUME \ LB \ CLIENTES COMPARANDO ano 25 x 26 tri e ORÇ COM REAL</a:t>
        </a:r>
      </a:p>
    </p188:txBody>
  </p188:cm>
</p188:cmLst>
</file>

<file path=ppt/comments/modernComment_CFD_FB2760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85C1A1-8D54-4A1D-8E24-E681776E063E}" authorId="{34751354-4899-00BE-5AE8-6BECC116D875}" created="2026-03-02T01:17:37.362">
    <pc:sldMkLst xmlns:pc="http://schemas.microsoft.com/office/powerpoint/2013/main/command">
      <pc:docMk/>
      <pc:sldMk cId="4213661751" sldId="3325"/>
    </pc:sldMkLst>
    <p188:txBody>
      <a:bodyPr/>
      <a:lstStyle/>
      <a:p>
        <a:r>
          <a:rPr lang="pt-BR"/>
          <a:t>CONSULTOR VAI APRESENTAR 
Especificar visita das notas detratoras e neutras</a:t>
        </a:r>
      </a:p>
    </p188:txBody>
  </p188:cm>
</p188:cmLst>
</file>

<file path=ppt/comments/modernComment_CFE_6A7AC3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DFB446-E8EE-4CF6-B825-28FC1EC72025}" authorId="{34751354-4899-00BE-5AE8-6BECC116D875}" created="2026-03-02T00:51:52.286">
    <pc:sldMkLst xmlns:pc="http://schemas.microsoft.com/office/powerpoint/2013/main/command">
      <pc:docMk/>
      <pc:sldMk cId="1786430246" sldId="3326"/>
    </pc:sldMkLst>
    <p188:replyLst/>
    <p188:txBody>
      <a:bodyPr/>
      <a:lstStyle/>
      <a:p>
        <a:r>
          <a:rPr lang="pt-BR"/>
          <a:t>Total de OC do tri - Trazer as TOP 3 ocorrencias + visit transf _ relacionamento + comodato
Comodato - trazer indicador
Relacionamento - trazer racional
Visita transf - quantidade, quantas devolvidas e quantas absorvidas em tancagem
Quantidade de contratos fechados no Tri (campanha) separar 12/24/36/48/60</a:t>
        </a:r>
      </a:p>
    </p188:txBody>
  </p188:cm>
</p188:cmLst>
</file>

<file path=ppt/comments/modernComment_D00_7695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A1DD90-612F-42AC-833C-EE1F7C9080FD}" authorId="{34751354-4899-00BE-5AE8-6BECC116D875}" created="2026-04-13T22:17:52.713">
    <pc:sldMkLst xmlns:pc="http://schemas.microsoft.com/office/powerpoint/2013/main/command">
      <pc:docMk/>
      <pc:sldMk cId="7771552" sldId="3328"/>
    </pc:sldMkLst>
    <p188:txBody>
      <a:bodyPr/>
      <a:lstStyle/>
      <a:p>
        <a:r>
          <a:rPr lang="pt-BR"/>
          <a:t>Fazer dinamica pelo relatorio de captados e perdidos, acrescentar concorrencia e separar o que é perda por baixo consumo, fechou falencia das demais que impactam a carteira - trazer indicador da campanha.</a:t>
        </a:r>
      </a:p>
    </p188:txBody>
  </p188:cm>
</p188:cmLst>
</file>

<file path=ppt/comments/modernComment_D0A_73368E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6694193-16C4-4BFD-B912-C23F6797C0F4}" authorId="{34751354-4899-00BE-5AE8-6BECC116D875}" created="2026-03-02T18:39:58.5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32955259" sldId="3338"/>
      <ac:spMk id="18" creationId="{B928CB1E-5A45-D096-228F-61FC9C56076E}"/>
    </ac:deMkLst>
    <p188:replyLst>
      <p188:reply id="{77D132A2-536E-4F5F-B1DB-7A6036B53228}" authorId="{34751354-4899-00BE-5AE8-6BECC116D875}" created="2026-03-31T20:49:56.322">
        <p188:txBody>
          <a:bodyPr/>
          <a:lstStyle/>
          <a:p>
            <a:r>
              <a:rPr lang="pt-BR"/>
              <a:t>Minuto cliente !!! Cases carteira</a:t>
            </a:r>
          </a:p>
        </p188:txBody>
      </p188:reply>
      <p188:reply id="{0489C043-96F3-4165-A2CA-797502D737CC}" authorId="{34751354-4899-00BE-5AE8-6BECC116D875}" created="2026-03-31T20:51:16.830">
        <p188:txBody>
          <a:bodyPr/>
          <a:lstStyle/>
          <a:p>
            <a:r>
              <a:rPr lang="pt-BR"/>
              <a:t>Assedio, problemas, preços, feiras. Etc.</a:t>
            </a:r>
          </a:p>
        </p188:txBody>
      </p188:reply>
    </p188:replyLst>
    <p188:txBody>
      <a:bodyPr/>
      <a:lstStyle/>
      <a:p>
        <a:endParaRPr lang="pt-BR"/>
      </a:p>
    </p188:txBody>
  </p188:cm>
</p188:cmLst>
</file>

<file path=ppt/comments/modernComment_D0B_8901C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85F1E6-A387-463A-ABCA-1779F834EBC2}" authorId="{34751354-4899-00BE-5AE8-6BECC116D875}" created="2026-04-13T22:12:26.931">
    <pc:sldMkLst xmlns:pc="http://schemas.microsoft.com/office/powerpoint/2013/main/command">
      <pc:docMk/>
      <pc:sldMk cId="143662274" sldId="3339"/>
    </pc:sldMkLst>
    <p188:txBody>
      <a:bodyPr/>
      <a:lstStyle/>
      <a:p>
        <a:r>
          <a:rPr lang="pt-BR"/>
          <a:t>Regiões unicas, colocar distancia primeiro cliente e ultimo cliente (KM) - demais informações total da região. (média tri)</a:t>
        </a:r>
      </a:p>
    </p188:txBody>
  </p188:cm>
</p188:cmLst>
</file>

<file path=ppt/comments/modernComment_D0C_FD25D5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50ADCF-6867-4707-A950-FA580BEFFA9B}" authorId="{34751354-4899-00BE-5AE8-6BECC116D875}" created="2026-04-13T22:19:56.195">
    <pc:sldMkLst xmlns:pc="http://schemas.microsoft.com/office/powerpoint/2013/main/command">
      <pc:docMk/>
      <pc:sldMk cId="4247115177" sldId="3340"/>
    </pc:sldMkLst>
    <p188:txBody>
      <a:bodyPr/>
      <a:lstStyle/>
      <a:p>
        <a:r>
          <a:rPr lang="pt-BR"/>
          <a:t>Podem usar este slide tbm como explicação do consumo extra. 7 e 8 ou somente o 8 com os dados ao lado</a:t>
        </a:r>
      </a:p>
    </p188:txBody>
  </p188:cm>
</p188:cmLst>
</file>

<file path=ppt/comments/modernComment_D02_355E3E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0E7B9F-DE37-4ABD-B019-3E95DCFD9954}" authorId="{34751354-4899-00BE-5AE8-6BECC116D875}" created="2026-03-02T00:48:13.228">
    <pc:sldMkLst xmlns:pc="http://schemas.microsoft.com/office/powerpoint/2013/main/command">
      <pc:docMk/>
      <pc:sldMk cId="895368915" sldId="3330"/>
    </pc:sldMkLst>
    <p188:replyLst>
      <p188:reply id="{E934044C-CF55-4A7C-B2EB-E48601BC8326}" authorId="{34751354-4899-00BE-5AE8-6BECC116D875}" created="2026-03-31T20:21:57.858">
        <p188:txBody>
          <a:bodyPr/>
          <a:lstStyle/>
          <a:p>
            <a:r>
              <a:rPr lang="pt-BR"/>
              <a:t>Comparar tri com tri</a:t>
            </a:r>
          </a:p>
        </p188:txBody>
      </p188:reply>
      <p188:reply id="{CFCCDB77-7CD7-496E-9592-5304E55F5F29}" authorId="{34751354-4899-00BE-5AE8-6BECC116D875}" created="2026-03-31T20:22:47.685">
        <p188:txBody>
          <a:bodyPr/>
          <a:lstStyle/>
          <a:p>
            <a:r>
              <a:rPr lang="pt-BR"/>
              <a:t>Colocar consumo extra, especifico por cliente.</a:t>
            </a:r>
          </a:p>
        </p188:txBody>
      </p188:reply>
      <p188:reply id="{B7F7F125-7D81-42BC-A701-0EDEB25D8149}" authorId="{34751354-4899-00BE-5AE8-6BECC116D875}" created="2026-04-10T19:52:11.441">
        <p188:txBody>
          <a:bodyPr/>
          <a:lstStyle/>
          <a:p>
            <a:r>
              <a:rPr lang="pt-BR"/>
              <a:t>Separar o ponto de consumo / gc e etc.</a:t>
            </a:r>
          </a:p>
        </p188:txBody>
      </p188:reply>
      <p188:reply id="{F5F6CA51-F530-45D7-B6B3-209C5DEDB811}" authorId="{34751354-4899-00BE-5AE8-6BECC116D875}" created="2026-04-10T19:53:47.121">
        <p188:txBody>
          <a:bodyPr/>
          <a:lstStyle/>
          <a:p>
            <a:r>
              <a:rPr lang="pt-BR"/>
              <a:t>Mencionar quando o volume vai entrar</a:t>
            </a:r>
          </a:p>
        </p188:txBody>
      </p188:reply>
    </p188:replyLst>
    <p188:txBody>
      <a:bodyPr/>
      <a:lstStyle/>
      <a:p>
        <a:r>
          <a:rPr lang="pt-BR"/>
          <a:t>
</a:t>
        </a:r>
      </a:p>
    </p188:txBody>
  </p188:cm>
</p188:cmLst>
</file>

<file path=ppt/comments/modernComment_D05_B251623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164481E-43A8-48E2-B5F9-4237FC5C332D}" authorId="{34751354-4899-00BE-5AE8-6BECC116D875}" created="2026-04-13T22:16:07.841">
    <pc:sldMkLst xmlns:pc="http://schemas.microsoft.com/office/powerpoint/2013/main/command">
      <pc:docMk/>
      <pc:sldMk cId="2991678011" sldId="3333"/>
    </pc:sldMkLst>
    <p188:txBody>
      <a:bodyPr/>
      <a:lstStyle/>
      <a:p>
        <a:r>
          <a:rPr lang="pt-BR"/>
          <a:t>Manter apenas TOP 10 da carteira, e o quanto representam da carteria individual e da carteira de maua, acrescentar vigencia e visita.</a:t>
        </a:r>
      </a:p>
    </p188:txBody>
  </p188:cm>
</p188:cmLst>
</file>

<file path=ppt/comments/modernComment_D06_5EDFDBE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6D5F0E-3743-40AE-891F-AF63BE0BCDDE}" authorId="{34751354-4899-00BE-5AE8-6BECC116D875}" created="2026-03-02T14:47:16.526">
    <pc:sldMkLst xmlns:pc="http://schemas.microsoft.com/office/powerpoint/2013/main/command">
      <pc:docMk/>
      <pc:sldMk cId="1591729132" sldId="3334"/>
    </pc:sldMkLst>
    <p188:replyLst>
      <p188:reply id="{33A41E0F-7C3A-4BF5-8E49-EC19D2923889}" authorId="{34751354-4899-00BE-5AE8-6BECC116D875}" created="2026-04-10T19:44:10.346">
        <p188:txBody>
          <a:bodyPr/>
          <a:lstStyle/>
          <a:p>
            <a:r>
              <a:rPr lang="pt-BR"/>
              <a:t>manter segmento - enxugar informações. Média trimestre</a:t>
            </a:r>
          </a:p>
        </p188:txBody>
      </p188:reply>
    </p188:replyLst>
    <p188:txBody>
      <a:bodyPr/>
      <a:lstStyle/>
      <a:p>
        <a:endParaRPr lang="pt-BR"/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BBAFA4C-D270-44FC-B786-E0495D3A1D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AAC540F-20A3-445E-A79F-381771BAA4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241DE-BE77-4699-AAB3-720AEB2B1A5A}" type="datetimeFigureOut">
              <a:rPr lang="pt-BR" smtClean="0"/>
              <a:t>25/08/2026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A02BB0-1201-4982-BE74-F4966E5B0A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41F42-A095-4C55-BAB1-3DDCFD29DE8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C2D7B-17B3-45BD-A631-E81411851E1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68139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20120-F59F-43D4-9974-585AC9BC9182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54D2C-A383-4803-B28E-F450E58923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10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537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67A3-F787-BB2A-06A3-A8B7ADDC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8A2E4A-A52A-5EED-C85C-4796C1C56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9903D4-830D-3228-693A-53B18BFD9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1" dirty="0" err="1">
                <a:solidFill>
                  <a:srgbClr val="1E3879"/>
                </a:solidFill>
              </a:rPr>
              <a:t>Cli</a:t>
            </a:r>
            <a:r>
              <a:rPr lang="pt-BR" sz="1200" b="1" i="1" dirty="0">
                <a:solidFill>
                  <a:srgbClr val="1E3879"/>
                </a:solidFill>
              </a:rPr>
              <a:t> com 1000 </a:t>
            </a:r>
            <a:r>
              <a:rPr lang="pt-BR" sz="1200" b="1" i="1" dirty="0" err="1">
                <a:solidFill>
                  <a:srgbClr val="1E3879"/>
                </a:solidFill>
              </a:rPr>
              <a:t>ind</a:t>
            </a:r>
            <a:r>
              <a:rPr lang="pt-BR" sz="1200" b="1" i="1" dirty="0">
                <a:solidFill>
                  <a:srgbClr val="1E3879"/>
                </a:solidFill>
              </a:rPr>
              <a:t> 729 cond. 643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925012-E0BF-9806-8578-E19AF54CF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004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91406-F2FE-8C93-5D8E-4B610D77C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4C7B9E-C7B1-4632-09C6-A8DB36B74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FF9ED9-A932-2487-3429-E26EE88CF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1" dirty="0" err="1">
                <a:solidFill>
                  <a:srgbClr val="1E3879"/>
                </a:solidFill>
              </a:rPr>
              <a:t>Cli</a:t>
            </a:r>
            <a:r>
              <a:rPr lang="pt-BR" sz="1200" b="1" i="1" dirty="0">
                <a:solidFill>
                  <a:srgbClr val="1E3879"/>
                </a:solidFill>
              </a:rPr>
              <a:t> com 1000 </a:t>
            </a:r>
            <a:r>
              <a:rPr lang="pt-BR" sz="1200" b="1" i="1" dirty="0" err="1">
                <a:solidFill>
                  <a:srgbClr val="1E3879"/>
                </a:solidFill>
              </a:rPr>
              <a:t>ind</a:t>
            </a:r>
            <a:r>
              <a:rPr lang="pt-BR" sz="1200" b="1" i="1" dirty="0">
                <a:solidFill>
                  <a:srgbClr val="1E3879"/>
                </a:solidFill>
              </a:rPr>
              <a:t> 729 cond. 643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EB7559-8EEE-46FE-2305-DF22FB5A7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541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94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Anterior 9% volume e margem 8%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009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19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No acumulado ano estamos -3.886 kg (entrada </a:t>
            </a:r>
            <a:r>
              <a:rPr lang="pt-BR" dirty="0" err="1"/>
              <a:t>Massfix</a:t>
            </a:r>
            <a:r>
              <a:rPr lang="pt-BR" dirty="0"/>
              <a:t> para </a:t>
            </a:r>
            <a:r>
              <a:rPr lang="pt-BR" dirty="0" err="1"/>
              <a:t>proximo</a:t>
            </a:r>
            <a:r>
              <a:rPr lang="pt-BR" dirty="0"/>
              <a:t> tri e outros lançamentos de CE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237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182C-4074-0655-0F59-FEC51971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4ACC05-4FDC-8234-706F-F3B2B9DCD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641B9C-41F4-43E0-3A8B-D1E4E0C39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No acumulado ano estamos -3.886 kg (entrada </a:t>
            </a:r>
            <a:r>
              <a:rPr lang="pt-BR" dirty="0" err="1"/>
              <a:t>Massfix</a:t>
            </a:r>
            <a:r>
              <a:rPr lang="pt-BR" dirty="0"/>
              <a:t> para </a:t>
            </a:r>
            <a:r>
              <a:rPr lang="pt-BR" dirty="0" err="1"/>
              <a:t>proximo</a:t>
            </a:r>
            <a:r>
              <a:rPr lang="pt-BR" dirty="0"/>
              <a:t> tri e outros lançamentos de CE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13D240-AB62-1FDD-AB4C-923F0EF6C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828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630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296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2528A-D7A7-A3A8-EE53-3B0341F0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D60243C-6C26-F2EF-997B-057DAD5AE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2F0C13-BA5F-CEB8-1C2E-2805DA13E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83B474-A70C-7FAC-4174-19FBFC0F2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54D2C-A383-4803-B28E-F450E589235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167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88EFB8-EC77-4957-BF77-6D3AB779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0CB64DA-CFA4-46E2-8D9E-86FD3231E275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89404F-D62C-4024-8BA0-3060E2B5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843F4A-C6B0-4AC4-8265-2183DB5D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009485-919C-4615-9047-455E5F887596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49300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B27984-01D7-4866-8254-D07A8EDE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56E520-85D3-4BD2-BC9F-549D7434680F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EAA5E-5CCE-4B4C-B3D5-249D519F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858163-377B-4A25-AAD8-C86148DC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7B9FC-2940-48B0-A10E-E3F145EFA3D9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3601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ABDF08-4A0D-41C9-95D4-20DC5BD7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6B53FE-B6ED-40FF-ADA7-F289D55404BF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70A5D2-2FE0-4584-BBCA-F5E1D109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016020-6EE7-45E8-9ED0-C5C922EA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D097D-4A36-4FFE-9276-5B5CB93BD8E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2932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6E3220-8D6E-47EA-B37D-AC955733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FF366B-C54F-474C-8A64-EDAB81B6E370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9CF2A111-FF1A-46AD-8AA2-D59C78CB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248C81F-F7D8-4E22-BBBA-BEBAC11C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ECBBC6-BABE-4F98-A121-005E7F932D55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25761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CC232A16-386B-42C0-BD96-DF6D3064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782CFC-3936-4C15-9DFA-8224B0D24FBB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F0E05BE0-3871-433C-AC56-2F02672D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D0CF1E85-54D6-4219-B7BA-5011871E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D75416-07FD-4D20-8200-B5A5F8139111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2324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3E4554A6-F3F7-46FE-A925-B9BD511B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25635A-1783-431A-BD96-D3B8846C4A83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54C0AE01-4873-4A50-A5C2-2AA63E3BC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46041327-4E71-47DD-A3A8-974DCF23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60A40-96F0-417B-84CD-3DE57276D487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1422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079A763D-83E2-4CAB-A38C-A5E5058E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CE974AF-2DB7-4996-829E-5C938A59E886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67C0E477-CBDA-4F28-8E2C-D331A1F9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827D5E6-6050-4D93-BEC4-D27A1DCE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2B8C7-A590-40B3-9505-1C6F33F51DA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13846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7A8049E-C714-43EE-ADCB-72C999FC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89ED9F-6400-4782-9A20-2E6987D6AE01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6189EDC-0A8F-4094-8E19-CC2DF260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3236E6C-E096-4FAD-9C79-82DD13E4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4F9DF-6112-437D-8237-F329C5BD2E60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51090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9F88004-4B89-4725-9BDC-F4244781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A0AE8C-33C2-47E1-8271-7E5F90CA9936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C2DDF94-E79B-44A9-A905-39E2B614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4DBAC24-E364-46FC-9108-39A256AD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24EF28-2F24-475D-87B4-6F5AB33F3E83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01851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CA2063-62FF-4C3F-B0EB-7DBA57B5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90541A-9FAC-42DA-BE8D-F91A2A6A5BC1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5DBBEB-64F8-4CB7-B3F0-C1375496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B4AC01-EB25-4B9F-92D0-B999619B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A86E53-A272-46F6-BDED-317798173A7B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7465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3F73E3-EBC2-4682-9BC5-7FF1E1C6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AB020B-5BB4-41AA-8B15-33F859889704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774F52-C541-4EB9-ADDD-33A0D46A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CE7D67-3ED7-4690-B84B-F2795B04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1F6C5-5682-4F12-B56C-EFEAB4A6A19F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334826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de desenho infantil&#10;&#10;Descrição gerada automaticamente com confiança baixa">
            <a:extLst>
              <a:ext uri="{FF2B5EF4-FFF2-40B4-BE49-F238E27FC236}">
                <a16:creationId xmlns:a16="http://schemas.microsoft.com/office/drawing/2014/main" id="{A97D89AA-1A1C-4581-12A9-91F46B6E0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597E19-8976-3B11-6D68-62A47F52C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411" y="1122363"/>
            <a:ext cx="6245525" cy="238760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06770-61F2-A9B9-8ADC-C42A1928A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411" y="3602038"/>
            <a:ext cx="624552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81147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A2E07-158A-5665-627E-2C757B2B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5FBCBC-8993-753C-04E0-8F5E085C0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4413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Padrão do plano de fundo&#10;&#10;Descrição gerada automaticamente com confiança média">
            <a:extLst>
              <a:ext uri="{FF2B5EF4-FFF2-40B4-BE49-F238E27FC236}">
                <a16:creationId xmlns:a16="http://schemas.microsoft.com/office/drawing/2014/main" id="{B538D9E0-A435-A655-0A2E-356385A7F9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04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B3D86-208D-77E2-6DBD-9FF8034A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4CE17E-843A-0178-3E00-9751F5A84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51493"/>
            <a:ext cx="5181600" cy="39254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B8C919-DD21-780E-6E11-9C15CF547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51493"/>
            <a:ext cx="5181600" cy="392546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6191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BF04B-189A-43C7-A2B2-527231C5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19509"/>
            <a:ext cx="10515600" cy="87117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D2430A-13C5-9FBD-FF94-EEB97D001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68415"/>
            <a:ext cx="5157787" cy="9747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CADE74-140D-5358-32CC-D0E46A11F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820927"/>
            <a:ext cx="5157787" cy="336873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3D539FC-AEAD-EB18-490D-6D3E32AAB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68415"/>
            <a:ext cx="5183188" cy="9747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EF21D2-B195-CE6D-AA79-A14A2FA7A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0927"/>
            <a:ext cx="5183188" cy="336873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2309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4D5E1-8AE1-9467-88D9-76A9EA63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74022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2866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25600-DF65-0D5A-407E-45EF9924C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23026"/>
            <a:ext cx="3932237" cy="11343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52D95-7E39-46A3-8DB3-75A3E2A40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D7DB2A-C1FA-A94D-2D62-E74FFCAA5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39351"/>
            <a:ext cx="3932237" cy="37296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66824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65EE5-FBA0-ED74-1B9D-9187A5456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A7F677-0AEF-5683-5724-F0856A4FB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57429C-FCEE-FD76-F036-0C03F25B9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008531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1B9A0-B71B-9441-FF8E-925BC577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DFA6B0-F290-8C85-9611-33D61CCA5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82269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0DF01A-9E93-A890-73B6-F5146CA8F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6761"/>
            <a:ext cx="2628900" cy="53402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2C79ED-DCA0-9E0C-A5FD-B0D62F6DF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6761"/>
            <a:ext cx="7734300" cy="53402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31955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magem de desenho infantil&#10;&#10;Descrição gerada automaticamente com confiança baixa">
            <a:extLst>
              <a:ext uri="{FF2B5EF4-FFF2-40B4-BE49-F238E27FC236}">
                <a16:creationId xmlns:a16="http://schemas.microsoft.com/office/drawing/2014/main" id="{5CB44DAF-B81E-2986-6BBC-08140A7EC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4597E19-8976-3B11-6D68-62A47F52C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446143" cy="23876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06770-61F2-A9B9-8ADC-C42A1928A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5446143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308614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A2E07-158A-5665-627E-2C757B2B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5FBCBC-8993-753C-04E0-8F5E085C0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63989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E209A83B-8251-76D6-555B-F962BEFA5A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70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B3D86-208D-77E2-6DBD-9FF8034A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4CE17E-843A-0178-3E00-9751F5A84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96551"/>
            <a:ext cx="5181600" cy="3580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B8C919-DD21-780E-6E11-9C15CF547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96551"/>
            <a:ext cx="5181600" cy="3580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7282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BF04B-189A-43C7-A2B2-527231C5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88521"/>
            <a:ext cx="10515600" cy="92293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D2430A-13C5-9FBD-FF94-EEB97D001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1417"/>
            <a:ext cx="5157787" cy="9229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CADE74-140D-5358-32CC-D0E46A11F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74313"/>
            <a:ext cx="5157787" cy="32153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3D539FC-AEAD-EB18-490D-6D3E32AAB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1417"/>
            <a:ext cx="5183188" cy="9229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EF21D2-B195-CE6D-AA79-A14A2FA7A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74313"/>
            <a:ext cx="5183188" cy="321534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820248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4D5E1-8AE1-9467-88D9-76A9EA63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920777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3306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25600-DF65-0D5A-407E-45EF9924C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1775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52D95-7E39-46A3-8DB3-75A3E2A40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D7DB2A-C1FA-A94D-2D62-E74FFCAA5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16989"/>
            <a:ext cx="3932237" cy="365199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96573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65EE5-FBA0-ED74-1B9D-9187A5456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A7F677-0AEF-5683-5724-F0856A4FB6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57429C-FCEE-FD76-F036-0C03F25B9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65230"/>
            <a:ext cx="3932237" cy="37037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954144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1B9A0-B71B-9441-FF8E-925BC577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DFA6B0-F290-8C85-9611-33D61CCA5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631939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0DF01A-9E93-A890-73B6-F5146CA8F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009291"/>
            <a:ext cx="2628900" cy="516767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2C79ED-DCA0-9E0C-A5FD-B0D62F6DF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09291"/>
            <a:ext cx="7734300" cy="516767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062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6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Título 1">
            <a:extLst>
              <a:ext uri="{FF2B5EF4-FFF2-40B4-BE49-F238E27FC236}">
                <a16:creationId xmlns:a16="http://schemas.microsoft.com/office/drawing/2014/main" id="{76C9E732-1631-40D3-90B7-1FE70F3C7C9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3315" name="Espaço Reservado para Texto 2">
            <a:extLst>
              <a:ext uri="{FF2B5EF4-FFF2-40B4-BE49-F238E27FC236}">
                <a16:creationId xmlns:a16="http://schemas.microsoft.com/office/drawing/2014/main" id="{ED9837F9-0DF4-40B8-8BE7-2A828816AA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410952-47A9-4047-9054-867349481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C6A36B75-72E1-42F7-A2B9-63309453C808}" type="datetimeFigureOut">
              <a:rPr lang="pt-BR" altLang="pt-BR"/>
              <a:pPr/>
              <a:t>25/08/2026</a:t>
            </a:fld>
            <a:endParaRPr lang="pt-BR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65DC5E-54FB-4DFC-B7CA-AFAF83EC7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3ACF9-872A-4221-87D9-F6B0F640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AB132E0-8B3E-45B9-8B15-B3B28C16F2FC}" type="slidenum">
              <a:rPr lang="pt-BR" altLang="pt-BR"/>
              <a:pPr/>
              <a:t>‹nº›</a:t>
            </a:fld>
            <a:endParaRPr lang="pt-BR" altLang="pt-BR" dirty="0"/>
          </a:p>
        </p:txBody>
      </p:sp>
      <p:pic>
        <p:nvPicPr>
          <p:cNvPr id="13319" name="Imagem 6">
            <a:extLst>
              <a:ext uri="{FF2B5EF4-FFF2-40B4-BE49-F238E27FC236}">
                <a16:creationId xmlns:a16="http://schemas.microsoft.com/office/drawing/2014/main" id="{BC247381-3B15-4110-95BE-749BB5E8BF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B2CCB64A-E93C-B3B9-960C-B51E73F7F2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302899-6066-7270-64F1-68703489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2038"/>
            <a:ext cx="10515600" cy="1164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2DA38E-6700-E8C4-1D82-A1399B067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1227"/>
            <a:ext cx="10515600" cy="3822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11516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Interface gráfica do usuário, Texto, Aplicativo&#10;&#10;Descrição gerada automaticamente com confiança média">
            <a:extLst>
              <a:ext uri="{FF2B5EF4-FFF2-40B4-BE49-F238E27FC236}">
                <a16:creationId xmlns:a16="http://schemas.microsoft.com/office/drawing/2014/main" id="{0669B84B-155A-5CBD-310C-9F9356CFCAD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302899-6066-7270-64F1-68703489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9842"/>
            <a:ext cx="10515600" cy="1164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2DA38E-6700-E8C4-1D82-A1399B067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49031"/>
            <a:ext cx="10515600" cy="3822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57830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06_5EDFDBE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0B_8901CC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F5_8F827A6A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05_B251623B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00_7695A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6.xml"/><Relationship Id="rId5" Type="http://schemas.openxmlformats.org/officeDocument/2006/relationships/image" Target="../media/image12.emf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02_355E3ED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emf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0C_FD25D5A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FE_6A7AC32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8.xml"/><Relationship Id="rId5" Type="http://schemas.openxmlformats.org/officeDocument/2006/relationships/image" Target="../media/image16.emf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CFD_FB27603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D0A_73368E7B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992_54C9AE7B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E3DCBC-CDF3-00DB-6D7F-CD80521D7F73}"/>
              </a:ext>
            </a:extLst>
          </p:cNvPr>
          <p:cNvSpPr txBox="1"/>
          <p:nvPr/>
        </p:nvSpPr>
        <p:spPr>
          <a:xfrm>
            <a:off x="2235745" y="2457787"/>
            <a:ext cx="7858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solidFill>
                  <a:srgbClr val="1E38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RESULTADOS PÓS-VENDAS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E48430-5A25-39DB-6753-35FBB40F2018}"/>
              </a:ext>
            </a:extLst>
          </p:cNvPr>
          <p:cNvSpPr txBox="1"/>
          <p:nvPr/>
        </p:nvSpPr>
        <p:spPr>
          <a:xfrm>
            <a:off x="6707858" y="4400213"/>
            <a:ext cx="5369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1E38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Rodrigo Carvalho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C1446C-7EF6-2797-5AC1-5F98780C7E6D}"/>
              </a:ext>
            </a:extLst>
          </p:cNvPr>
          <p:cNvSpPr txBox="1"/>
          <p:nvPr/>
        </p:nvSpPr>
        <p:spPr>
          <a:xfrm>
            <a:off x="6707858" y="5136715"/>
            <a:ext cx="2698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1E387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2º Trimestre/2026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A073-7695-2F7E-58AB-54300E5C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ADF0C12-0BE2-1CA3-A976-7EB99816D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1" y="1331137"/>
            <a:ext cx="2186090" cy="482715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2C6D4FF-2CD6-EE31-A9A0-D163B0A29ACF}"/>
              </a:ext>
            </a:extLst>
          </p:cNvPr>
          <p:cNvSpPr txBox="1"/>
          <p:nvPr/>
        </p:nvSpPr>
        <p:spPr>
          <a:xfrm>
            <a:off x="3253835" y="4838910"/>
            <a:ext cx="4251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i="1" dirty="0">
                <a:solidFill>
                  <a:srgbClr val="1E3879"/>
                </a:solidFill>
              </a:rPr>
              <a:t>Condomínio / Residência</a:t>
            </a:r>
          </a:p>
          <a:p>
            <a:r>
              <a:rPr lang="pt-BR" sz="1600" dirty="0">
                <a:solidFill>
                  <a:srgbClr val="1E3879"/>
                </a:solidFill>
              </a:rPr>
              <a:t>Clientes: </a:t>
            </a:r>
            <a:r>
              <a:rPr lang="pt-BR" sz="1600" b="1" dirty="0">
                <a:solidFill>
                  <a:srgbClr val="1E3879"/>
                </a:solidFill>
              </a:rPr>
              <a:t>75</a:t>
            </a:r>
          </a:p>
          <a:p>
            <a:r>
              <a:rPr lang="pt-BR" sz="1600" dirty="0">
                <a:solidFill>
                  <a:srgbClr val="1E3879"/>
                </a:solidFill>
              </a:rPr>
              <a:t>Faturamento: </a:t>
            </a:r>
            <a:r>
              <a:rPr lang="pt-BR" sz="1600" b="1" dirty="0">
                <a:solidFill>
                  <a:srgbClr val="1E3879"/>
                </a:solidFill>
              </a:rPr>
              <a:t>R$ 326.587,68</a:t>
            </a:r>
          </a:p>
          <a:p>
            <a:r>
              <a:rPr lang="pt-BR" sz="1600" dirty="0">
                <a:solidFill>
                  <a:srgbClr val="1E3879"/>
                </a:solidFill>
              </a:rPr>
              <a:t>Lucro Bruto: </a:t>
            </a:r>
            <a:r>
              <a:rPr lang="pt-BR" sz="1600" b="1" dirty="0">
                <a:solidFill>
                  <a:srgbClr val="1E3879"/>
                </a:solidFill>
              </a:rPr>
              <a:t>R$ 174.675,91</a:t>
            </a:r>
          </a:p>
          <a:p>
            <a:r>
              <a:rPr lang="pt-BR" sz="1600" dirty="0">
                <a:solidFill>
                  <a:srgbClr val="1E3879"/>
                </a:solidFill>
              </a:rPr>
              <a:t>Volume: </a:t>
            </a:r>
            <a:r>
              <a:rPr lang="pt-BR" sz="1600" b="1" dirty="0">
                <a:solidFill>
                  <a:srgbClr val="1E3879"/>
                </a:solidFill>
              </a:rPr>
              <a:t>35.992 kg</a:t>
            </a:r>
            <a:endParaRPr lang="pt-BR" sz="1600" b="1" dirty="0">
              <a:solidFill>
                <a:srgbClr val="1E3879"/>
              </a:solidFill>
              <a:highlight>
                <a:srgbClr val="FFFF00"/>
              </a:highlight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361586-0775-1169-3084-F7D007ADEEBF}"/>
              </a:ext>
            </a:extLst>
          </p:cNvPr>
          <p:cNvSpPr txBox="1"/>
          <p:nvPr/>
        </p:nvSpPr>
        <p:spPr>
          <a:xfrm>
            <a:off x="3270069" y="2817364"/>
            <a:ext cx="4251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i="1" dirty="0">
                <a:solidFill>
                  <a:srgbClr val="1E3879"/>
                </a:solidFill>
              </a:rPr>
              <a:t>Indústria</a:t>
            </a:r>
          </a:p>
          <a:p>
            <a:r>
              <a:rPr lang="pt-BR" sz="1600" dirty="0">
                <a:solidFill>
                  <a:srgbClr val="1E3879"/>
                </a:solidFill>
              </a:rPr>
              <a:t>Clientes: </a:t>
            </a:r>
            <a:r>
              <a:rPr lang="pt-BR" sz="1600" b="1" dirty="0">
                <a:solidFill>
                  <a:srgbClr val="1E3879"/>
                </a:solidFill>
              </a:rPr>
              <a:t>71</a:t>
            </a:r>
          </a:p>
          <a:p>
            <a:r>
              <a:rPr lang="pt-BR" sz="1600" dirty="0">
                <a:solidFill>
                  <a:srgbClr val="1E3879"/>
                </a:solidFill>
              </a:rPr>
              <a:t>Faturamento: </a:t>
            </a:r>
            <a:r>
              <a:rPr lang="pt-BR" sz="1600" b="1" dirty="0">
                <a:solidFill>
                  <a:srgbClr val="1E3879"/>
                </a:solidFill>
              </a:rPr>
              <a:t>R$ 503.933,61</a:t>
            </a:r>
          </a:p>
          <a:p>
            <a:r>
              <a:rPr lang="pt-BR" sz="1600" dirty="0">
                <a:solidFill>
                  <a:srgbClr val="1E3879"/>
                </a:solidFill>
              </a:rPr>
              <a:t>Lucro Bruto: </a:t>
            </a:r>
            <a:r>
              <a:rPr lang="pt-BR" sz="1600" b="1" dirty="0">
                <a:solidFill>
                  <a:srgbClr val="1E3879"/>
                </a:solidFill>
              </a:rPr>
              <a:t>R$ 225.242,91</a:t>
            </a:r>
          </a:p>
          <a:p>
            <a:r>
              <a:rPr lang="pt-BR" sz="1600" dirty="0">
                <a:solidFill>
                  <a:srgbClr val="1E3879"/>
                </a:solidFill>
              </a:rPr>
              <a:t>Volume: </a:t>
            </a:r>
            <a:r>
              <a:rPr lang="pt-BR" sz="1600" b="1" dirty="0">
                <a:solidFill>
                  <a:srgbClr val="1E3879"/>
                </a:solidFill>
              </a:rPr>
              <a:t>66.028 kg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25AA99-B3B4-ACD5-CAAE-FF6BAE675D95}"/>
              </a:ext>
            </a:extLst>
          </p:cNvPr>
          <p:cNvSpPr txBox="1"/>
          <p:nvPr/>
        </p:nvSpPr>
        <p:spPr>
          <a:xfrm>
            <a:off x="3270069" y="1001482"/>
            <a:ext cx="4251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i="1" dirty="0">
                <a:solidFill>
                  <a:srgbClr val="1E3879"/>
                </a:solidFill>
              </a:rPr>
              <a:t>Comércio &amp; Serviço</a:t>
            </a:r>
          </a:p>
          <a:p>
            <a:r>
              <a:rPr lang="pt-BR" sz="1600" dirty="0">
                <a:solidFill>
                  <a:srgbClr val="1E3879"/>
                </a:solidFill>
              </a:rPr>
              <a:t>Clientes: </a:t>
            </a:r>
            <a:r>
              <a:rPr lang="pt-BR" sz="1600" b="1" dirty="0">
                <a:solidFill>
                  <a:srgbClr val="1E3879"/>
                </a:solidFill>
              </a:rPr>
              <a:t>267</a:t>
            </a:r>
          </a:p>
          <a:p>
            <a:r>
              <a:rPr lang="pt-BR" sz="1600" dirty="0">
                <a:solidFill>
                  <a:srgbClr val="1E3879"/>
                </a:solidFill>
              </a:rPr>
              <a:t>Faturamento: </a:t>
            </a:r>
            <a:r>
              <a:rPr lang="pt-BR" sz="1600" b="1" dirty="0">
                <a:solidFill>
                  <a:srgbClr val="1E3879"/>
                </a:solidFill>
              </a:rPr>
              <a:t>R$ 689.566,37</a:t>
            </a:r>
          </a:p>
          <a:p>
            <a:r>
              <a:rPr lang="pt-BR" sz="1600" dirty="0">
                <a:solidFill>
                  <a:srgbClr val="1E3879"/>
                </a:solidFill>
              </a:rPr>
              <a:t>Lucro Bruto: </a:t>
            </a:r>
            <a:r>
              <a:rPr lang="pt-BR" sz="1600" b="1" dirty="0">
                <a:solidFill>
                  <a:srgbClr val="1E3879"/>
                </a:solidFill>
              </a:rPr>
              <a:t>R$ 314.905,56</a:t>
            </a:r>
          </a:p>
          <a:p>
            <a:r>
              <a:rPr lang="pt-BR" sz="1600" dirty="0">
                <a:solidFill>
                  <a:srgbClr val="1E3879"/>
                </a:solidFill>
              </a:rPr>
              <a:t>Volume: </a:t>
            </a:r>
            <a:r>
              <a:rPr lang="pt-BR" sz="1600" b="1" dirty="0">
                <a:solidFill>
                  <a:srgbClr val="1E3879"/>
                </a:solidFill>
              </a:rPr>
              <a:t>88.767 kg</a:t>
            </a:r>
            <a:endParaRPr lang="pt-BR" sz="1600" b="1" dirty="0">
              <a:solidFill>
                <a:srgbClr val="1E3879"/>
              </a:solidFill>
              <a:highlight>
                <a:srgbClr val="FFFF00"/>
              </a:highlight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4E109C3-7C3B-B725-7060-EE350C57D41C}"/>
              </a:ext>
            </a:extLst>
          </p:cNvPr>
          <p:cNvGrpSpPr/>
          <p:nvPr/>
        </p:nvGrpSpPr>
        <p:grpSpPr>
          <a:xfrm>
            <a:off x="5234474" y="122183"/>
            <a:ext cx="6818136" cy="584775"/>
            <a:chOff x="1889663" y="-12739"/>
            <a:chExt cx="9429269" cy="584775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435BFE81-5A9E-BA08-2995-F2CB8B356F30}"/>
                </a:ext>
              </a:extLst>
            </p:cNvPr>
            <p:cNvSpPr/>
            <p:nvPr/>
          </p:nvSpPr>
          <p:spPr>
            <a:xfrm>
              <a:off x="1889663" y="-1151"/>
              <a:ext cx="9429269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CARTEIRA SJCAMPOS – Média 2º Tri/26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02513DBA-4E79-56E2-462D-7B39297BE0FA}"/>
                </a:ext>
              </a:extLst>
            </p:cNvPr>
            <p:cNvSpPr txBox="1"/>
            <p:nvPr/>
          </p:nvSpPr>
          <p:spPr>
            <a:xfrm>
              <a:off x="8861555" y="-12739"/>
              <a:ext cx="23259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600" b="1" i="1" dirty="0">
                  <a:solidFill>
                    <a:schemeClr val="bg2"/>
                  </a:solidFill>
                </a:rPr>
                <a:t>Fonte:</a:t>
              </a:r>
            </a:p>
            <a:p>
              <a:pPr algn="r"/>
              <a:r>
                <a:rPr lang="pt-BR" sz="1600" b="1" i="1" dirty="0">
                  <a:solidFill>
                    <a:schemeClr val="bg2"/>
                  </a:solidFill>
                </a:rPr>
                <a:t>BI Venda diária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17291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D88A6-EBC9-4512-FDAD-029A9168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11622E70-78DF-3F81-5FD6-CF4B77D8ABD5}"/>
              </a:ext>
            </a:extLst>
          </p:cNvPr>
          <p:cNvSpPr txBox="1"/>
          <p:nvPr/>
        </p:nvSpPr>
        <p:spPr>
          <a:xfrm>
            <a:off x="10348332" y="122183"/>
            <a:ext cx="1615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i="1" dirty="0">
                <a:solidFill>
                  <a:schemeClr val="bg2"/>
                </a:solidFill>
              </a:rPr>
              <a:t>Fonte:</a:t>
            </a:r>
          </a:p>
          <a:p>
            <a:r>
              <a:rPr lang="pt-BR" sz="1600" b="1" i="1" dirty="0">
                <a:solidFill>
                  <a:schemeClr val="bg2"/>
                </a:solidFill>
              </a:rPr>
              <a:t>BI Venda diária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F8BEC0-AEEB-6B33-6405-F915459A57B6}"/>
              </a:ext>
            </a:extLst>
          </p:cNvPr>
          <p:cNvSpPr txBox="1"/>
          <p:nvPr/>
        </p:nvSpPr>
        <p:spPr>
          <a:xfrm>
            <a:off x="3224341" y="4705350"/>
            <a:ext cx="2109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21 CIDADES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413 CLIENTES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525E538-DF30-66F6-6443-1B56578EF738}"/>
              </a:ext>
            </a:extLst>
          </p:cNvPr>
          <p:cNvGrpSpPr/>
          <p:nvPr/>
        </p:nvGrpSpPr>
        <p:grpSpPr>
          <a:xfrm>
            <a:off x="5234474" y="122183"/>
            <a:ext cx="6818136" cy="584775"/>
            <a:chOff x="1889663" y="-12739"/>
            <a:chExt cx="9429269" cy="584775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998F1D1F-34F5-68DE-73BF-96888B1722BC}"/>
                </a:ext>
              </a:extLst>
            </p:cNvPr>
            <p:cNvSpPr/>
            <p:nvPr/>
          </p:nvSpPr>
          <p:spPr>
            <a:xfrm>
              <a:off x="1889663" y="-1151"/>
              <a:ext cx="9429269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CIDADES – 2º Tri/26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2FFBCB50-77EF-9A11-7B33-355CDC72F0E2}"/>
                </a:ext>
              </a:extLst>
            </p:cNvPr>
            <p:cNvSpPr txBox="1"/>
            <p:nvPr/>
          </p:nvSpPr>
          <p:spPr>
            <a:xfrm>
              <a:off x="8861555" y="-12739"/>
              <a:ext cx="23259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600" b="1" i="1" dirty="0">
                  <a:solidFill>
                    <a:schemeClr val="bg2"/>
                  </a:solidFill>
                </a:rPr>
                <a:t>Fonte:</a:t>
              </a:r>
            </a:p>
            <a:p>
              <a:pPr algn="r"/>
              <a:r>
                <a:rPr lang="pt-BR" sz="1600" b="1" i="1" dirty="0">
                  <a:solidFill>
                    <a:schemeClr val="bg2"/>
                  </a:solidFill>
                </a:rPr>
                <a:t>BI Venda diária</a:t>
              </a:r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7225008E-A4E7-CB8E-CD4F-AB2CDF72E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74" y="1723607"/>
            <a:ext cx="4562826" cy="2981743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AC6B37A-59C8-B7AE-43D9-A65CCC96927C}"/>
              </a:ext>
            </a:extLst>
          </p:cNvPr>
          <p:cNvSpPr/>
          <p:nvPr/>
        </p:nvSpPr>
        <p:spPr>
          <a:xfrm>
            <a:off x="369174" y="4814597"/>
            <a:ext cx="255977" cy="186612"/>
          </a:xfrm>
          <a:prstGeom prst="roundRect">
            <a:avLst/>
          </a:prstGeom>
          <a:solidFill>
            <a:srgbClr val="8FBAF2"/>
          </a:solidFill>
          <a:ln>
            <a:solidFill>
              <a:srgbClr val="8FBA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D7C987-E133-8B4F-3820-E7318522D2B5}"/>
              </a:ext>
            </a:extLst>
          </p:cNvPr>
          <p:cNvSpPr txBox="1"/>
          <p:nvPr/>
        </p:nvSpPr>
        <p:spPr>
          <a:xfrm>
            <a:off x="625151" y="4755960"/>
            <a:ext cx="811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Base SJC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DB1CD1B-8641-1DBB-BC8E-561E46D24CA0}"/>
              </a:ext>
            </a:extLst>
          </p:cNvPr>
          <p:cNvSpPr/>
          <p:nvPr/>
        </p:nvSpPr>
        <p:spPr>
          <a:xfrm>
            <a:off x="369174" y="5122374"/>
            <a:ext cx="255977" cy="186612"/>
          </a:xfrm>
          <a:prstGeom prst="roundRect">
            <a:avLst/>
          </a:prstGeom>
          <a:solidFill>
            <a:srgbClr val="95FF7C"/>
          </a:solidFill>
          <a:ln>
            <a:solidFill>
              <a:srgbClr val="95FF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827918-BB3D-7E77-4F2A-90265F34A79E}"/>
              </a:ext>
            </a:extLst>
          </p:cNvPr>
          <p:cNvSpPr/>
          <p:nvPr/>
        </p:nvSpPr>
        <p:spPr>
          <a:xfrm>
            <a:off x="369174" y="5430151"/>
            <a:ext cx="255977" cy="186612"/>
          </a:xfrm>
          <a:prstGeom prst="roundRect">
            <a:avLst/>
          </a:prstGeom>
          <a:solidFill>
            <a:srgbClr val="FFFB00"/>
          </a:solidFill>
          <a:ln>
            <a:solidFill>
              <a:srgbClr val="FFF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97ACACE-C79A-0D87-F0D1-8059928787F7}"/>
              </a:ext>
            </a:extLst>
          </p:cNvPr>
          <p:cNvSpPr/>
          <p:nvPr/>
        </p:nvSpPr>
        <p:spPr>
          <a:xfrm>
            <a:off x="369173" y="5737928"/>
            <a:ext cx="255977" cy="186612"/>
          </a:xfrm>
          <a:prstGeom prst="roundRect">
            <a:avLst/>
          </a:prstGeom>
          <a:solidFill>
            <a:srgbClr val="FF7979"/>
          </a:solidFill>
          <a:ln>
            <a:solidFill>
              <a:srgbClr val="FF79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ADA759-6433-B31C-241B-35600BA372B2}"/>
              </a:ext>
            </a:extLst>
          </p:cNvPr>
          <p:cNvSpPr txBox="1"/>
          <p:nvPr/>
        </p:nvSpPr>
        <p:spPr>
          <a:xfrm>
            <a:off x="625152" y="5067751"/>
            <a:ext cx="522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-  1h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66A0D98-2BD7-FB47-AE80-B74D277A3DFD}"/>
              </a:ext>
            </a:extLst>
          </p:cNvPr>
          <p:cNvSpPr txBox="1"/>
          <p:nvPr/>
        </p:nvSpPr>
        <p:spPr>
          <a:xfrm>
            <a:off x="625152" y="5375528"/>
            <a:ext cx="522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+ 1h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57FD494-897F-5C49-74D6-FC36E1DAEEFC}"/>
              </a:ext>
            </a:extLst>
          </p:cNvPr>
          <p:cNvSpPr txBox="1"/>
          <p:nvPr/>
        </p:nvSpPr>
        <p:spPr>
          <a:xfrm>
            <a:off x="625152" y="5675400"/>
            <a:ext cx="522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+ 2h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CA4E11D7-37D8-CDB9-3421-6752A8A6D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1043" y="561975"/>
            <a:ext cx="7437373" cy="63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22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AF7686A2-6500-4778-A68B-66A41B3A2D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854497"/>
              </p:ext>
            </p:extLst>
          </p:nvPr>
        </p:nvGraphicFramePr>
        <p:xfrm>
          <a:off x="6831439" y="617075"/>
          <a:ext cx="4867275" cy="343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8760AD9-4C08-467A-89C2-0F37C07959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343437"/>
              </p:ext>
            </p:extLst>
          </p:nvPr>
        </p:nvGraphicFramePr>
        <p:xfrm>
          <a:off x="939376" y="3882536"/>
          <a:ext cx="4331887" cy="2672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84641997-202A-4D75-9368-28D3415BC5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446041"/>
              </p:ext>
            </p:extLst>
          </p:nvPr>
        </p:nvGraphicFramePr>
        <p:xfrm>
          <a:off x="785486" y="617075"/>
          <a:ext cx="4867275" cy="3438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6" name="Agrupar 5">
            <a:extLst>
              <a:ext uri="{FF2B5EF4-FFF2-40B4-BE49-F238E27FC236}">
                <a16:creationId xmlns:a16="http://schemas.microsoft.com/office/drawing/2014/main" id="{A95594E2-3FBD-5FF0-F0E6-BC6CA84931E8}"/>
              </a:ext>
            </a:extLst>
          </p:cNvPr>
          <p:cNvGrpSpPr/>
          <p:nvPr/>
        </p:nvGrpSpPr>
        <p:grpSpPr>
          <a:xfrm>
            <a:off x="4003288" y="129519"/>
            <a:ext cx="8104493" cy="605442"/>
            <a:chOff x="517327" y="43668"/>
            <a:chExt cx="11378581" cy="605442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D49A1E5-3A6A-9403-D041-90BBCF8A460D}"/>
                </a:ext>
              </a:extLst>
            </p:cNvPr>
            <p:cNvSpPr/>
            <p:nvPr/>
          </p:nvSpPr>
          <p:spPr>
            <a:xfrm>
              <a:off x="517327" y="43668"/>
              <a:ext cx="11298752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RESULTADOS 2º TRIMESTRE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041C1E7E-6B30-212A-A59B-B3630F2F4291}"/>
                </a:ext>
              </a:extLst>
            </p:cNvPr>
            <p:cNvSpPr txBox="1"/>
            <p:nvPr/>
          </p:nvSpPr>
          <p:spPr>
            <a:xfrm>
              <a:off x="10171738" y="64335"/>
              <a:ext cx="17241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i="1" dirty="0">
                  <a:solidFill>
                    <a:schemeClr val="bg2"/>
                  </a:solidFill>
                </a:rPr>
                <a:t>Fonte:</a:t>
              </a:r>
            </a:p>
            <a:p>
              <a:r>
                <a:rPr lang="pt-BR" sz="1600" b="1" i="1" dirty="0">
                  <a:solidFill>
                    <a:schemeClr val="bg2"/>
                  </a:solidFill>
                </a:rPr>
                <a:t>Fechamento</a:t>
              </a:r>
            </a:p>
          </p:txBody>
        </p:sp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282DB80-8620-5370-5643-B103D7C09784}"/>
              </a:ext>
            </a:extLst>
          </p:cNvPr>
          <p:cNvCxnSpPr>
            <a:cxnSpLocks/>
          </p:cNvCxnSpPr>
          <p:nvPr/>
        </p:nvCxnSpPr>
        <p:spPr>
          <a:xfrm>
            <a:off x="100838" y="3912826"/>
            <a:ext cx="1200694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A632329-7C87-9726-1675-5DE47FA17F25}"/>
              </a:ext>
            </a:extLst>
          </p:cNvPr>
          <p:cNvSpPr/>
          <p:nvPr/>
        </p:nvSpPr>
        <p:spPr>
          <a:xfrm>
            <a:off x="1457633" y="1009896"/>
            <a:ext cx="931006" cy="38036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122,58%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9B91B7B-1DD3-5B8A-B4FA-02F83A9F352A}"/>
              </a:ext>
            </a:extLst>
          </p:cNvPr>
          <p:cNvSpPr/>
          <p:nvPr/>
        </p:nvSpPr>
        <p:spPr>
          <a:xfrm>
            <a:off x="2973627" y="1106501"/>
            <a:ext cx="931006" cy="38036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118,89%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6D5D3B3-3DBD-DF51-88BC-8D71191E6186}"/>
              </a:ext>
            </a:extLst>
          </p:cNvPr>
          <p:cNvSpPr/>
          <p:nvPr/>
        </p:nvSpPr>
        <p:spPr>
          <a:xfrm>
            <a:off x="4489621" y="1049761"/>
            <a:ext cx="931006" cy="38036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121,97%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C74DF06-D2C7-F653-F312-D3E4BCA2D172}"/>
              </a:ext>
            </a:extLst>
          </p:cNvPr>
          <p:cNvSpPr/>
          <p:nvPr/>
        </p:nvSpPr>
        <p:spPr>
          <a:xfrm>
            <a:off x="11158878" y="1106500"/>
            <a:ext cx="669749" cy="38036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+15%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6490487-F726-5997-A3F6-8BE1F4CAE055}"/>
              </a:ext>
            </a:extLst>
          </p:cNvPr>
          <p:cNvSpPr/>
          <p:nvPr/>
        </p:nvSpPr>
        <p:spPr>
          <a:xfrm>
            <a:off x="5808005" y="1487830"/>
            <a:ext cx="1228734" cy="8515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Resultado LB</a:t>
            </a:r>
          </a:p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121,15%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E844C6E-EAC6-1DD0-D438-88C7E21479E7}"/>
              </a:ext>
            </a:extLst>
          </p:cNvPr>
          <p:cNvSpPr/>
          <p:nvPr/>
        </p:nvSpPr>
        <p:spPr>
          <a:xfrm>
            <a:off x="4154746" y="4417042"/>
            <a:ext cx="669749" cy="38036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75000"/>
                  </a:schemeClr>
                </a:solidFill>
              </a:rPr>
              <a:t>+35%</a:t>
            </a:r>
          </a:p>
        </p:txBody>
      </p:sp>
      <p:graphicFrame>
        <p:nvGraphicFramePr>
          <p:cNvPr id="22" name="Gráfico 21">
            <a:extLst>
              <a:ext uri="{FF2B5EF4-FFF2-40B4-BE49-F238E27FC236}">
                <a16:creationId xmlns:a16="http://schemas.microsoft.com/office/drawing/2014/main" id="{B9193BE2-F345-452E-9B37-65635143F4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8663338"/>
              </p:ext>
            </p:extLst>
          </p:nvPr>
        </p:nvGraphicFramePr>
        <p:xfrm>
          <a:off x="5898258" y="3943726"/>
          <a:ext cx="6293741" cy="305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40769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EE70A-7080-7E0D-3CC4-ADABD1A5D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B271269-C28C-B024-2674-00B401168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0" y="691035"/>
            <a:ext cx="12192000" cy="379923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ECB06F1-2445-6D1D-C61C-8E61570AA59B}"/>
              </a:ext>
            </a:extLst>
          </p:cNvPr>
          <p:cNvCxnSpPr>
            <a:cxnSpLocks/>
          </p:cNvCxnSpPr>
          <p:nvPr/>
        </p:nvCxnSpPr>
        <p:spPr>
          <a:xfrm>
            <a:off x="185057" y="5060491"/>
            <a:ext cx="1200694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07BB445-89FD-E772-155F-9E609FB33FE9}"/>
              </a:ext>
            </a:extLst>
          </p:cNvPr>
          <p:cNvSpPr txBox="1"/>
          <p:nvPr/>
        </p:nvSpPr>
        <p:spPr>
          <a:xfrm>
            <a:off x="272140" y="5169720"/>
            <a:ext cx="111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E3879"/>
                </a:solidFill>
              </a:rPr>
              <a:t>	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A2A7F1-DB60-C844-151E-B04C51C0B527}"/>
              </a:ext>
            </a:extLst>
          </p:cNvPr>
          <p:cNvSpPr txBox="1"/>
          <p:nvPr/>
        </p:nvSpPr>
        <p:spPr>
          <a:xfrm>
            <a:off x="272141" y="4543517"/>
            <a:ext cx="3600064" cy="369332"/>
          </a:xfrm>
          <a:prstGeom prst="rect">
            <a:avLst/>
          </a:prstGeom>
          <a:solidFill>
            <a:srgbClr val="66CCFF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E3879"/>
                </a:solidFill>
              </a:rPr>
              <a:t>TOP 10 // Volume 29 % // LB 27 % 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764E5EB-A08F-F2CF-0F11-C7233865AC5A}"/>
              </a:ext>
            </a:extLst>
          </p:cNvPr>
          <p:cNvGrpSpPr/>
          <p:nvPr/>
        </p:nvGrpSpPr>
        <p:grpSpPr>
          <a:xfrm>
            <a:off x="6400800" y="22362"/>
            <a:ext cx="5529942" cy="584775"/>
            <a:chOff x="4906537" y="22362"/>
            <a:chExt cx="7024205" cy="584775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817B760C-A55E-936F-994A-90DE8EA1D090}"/>
                </a:ext>
              </a:extLst>
            </p:cNvPr>
            <p:cNvSpPr/>
            <p:nvPr/>
          </p:nvSpPr>
          <p:spPr>
            <a:xfrm>
              <a:off x="4906537" y="41601"/>
              <a:ext cx="7024205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TOP 10 TRIMESTRE 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6DFE85D1-1352-D1FF-54F8-3A473562AC60}"/>
                </a:ext>
              </a:extLst>
            </p:cNvPr>
            <p:cNvSpPr txBox="1"/>
            <p:nvPr/>
          </p:nvSpPr>
          <p:spPr>
            <a:xfrm>
              <a:off x="9716021" y="22362"/>
              <a:ext cx="20514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i="1" dirty="0">
                  <a:solidFill>
                    <a:schemeClr val="bg2"/>
                  </a:solidFill>
                </a:rPr>
                <a:t>Fonte:</a:t>
              </a:r>
            </a:p>
            <a:p>
              <a:r>
                <a:rPr lang="pt-BR" sz="1600" b="1" i="1" dirty="0">
                  <a:solidFill>
                    <a:schemeClr val="bg2"/>
                  </a:solidFill>
                </a:rPr>
                <a:t>BI Venda diária</a:t>
              </a:r>
            </a:p>
          </p:txBody>
        </p:sp>
      </p:grp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7BA9FEBF-392E-F3D8-DA1F-EAF9CC3E8C7D}"/>
              </a:ext>
            </a:extLst>
          </p:cNvPr>
          <p:cNvSpPr/>
          <p:nvPr/>
        </p:nvSpPr>
        <p:spPr>
          <a:xfrm rot="16200000">
            <a:off x="7712673" y="2270510"/>
            <a:ext cx="197358" cy="1846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C30728A3-233C-EDB2-CF24-E9A19A37F203}"/>
              </a:ext>
            </a:extLst>
          </p:cNvPr>
          <p:cNvSpPr/>
          <p:nvPr/>
        </p:nvSpPr>
        <p:spPr>
          <a:xfrm rot="5400000">
            <a:off x="7712673" y="1668293"/>
            <a:ext cx="197358" cy="1846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F44D793D-FE1B-1D0E-8191-640FBE0E8E93}"/>
              </a:ext>
            </a:extLst>
          </p:cNvPr>
          <p:cNvSpPr/>
          <p:nvPr/>
        </p:nvSpPr>
        <p:spPr>
          <a:xfrm rot="16200000">
            <a:off x="8738802" y="1349633"/>
            <a:ext cx="197358" cy="1846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06DAD369-1B5F-CC59-07FD-BC4A03C4EEE5}"/>
              </a:ext>
            </a:extLst>
          </p:cNvPr>
          <p:cNvSpPr/>
          <p:nvPr/>
        </p:nvSpPr>
        <p:spPr>
          <a:xfrm rot="5400000">
            <a:off x="8738802" y="3217860"/>
            <a:ext cx="197358" cy="1846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53DAD79-28F2-22AA-62FA-EDFDF5450456}"/>
              </a:ext>
            </a:extLst>
          </p:cNvPr>
          <p:cNvSpPr txBox="1"/>
          <p:nvPr/>
        </p:nvSpPr>
        <p:spPr>
          <a:xfrm>
            <a:off x="477460" y="5113734"/>
            <a:ext cx="11442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1D3779"/>
                </a:solidFill>
                <a:latin typeface="+mn-lt"/>
              </a:rPr>
              <a:t>São Camilo (Renovação de Contrato p/ 12 meses);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solidFill>
                <a:srgbClr val="1D3779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1D3779"/>
                </a:solidFill>
                <a:latin typeface="+mn-lt"/>
              </a:rPr>
              <a:t>Jardim das Orquídeas (Contrato Assinado);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solidFill>
                <a:srgbClr val="1D3779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1D3779"/>
                </a:solidFill>
                <a:latin typeface="+mn-lt"/>
              </a:rPr>
              <a:t>Focar nas renovações de contrato em 2ª vigência.</a:t>
            </a:r>
          </a:p>
        </p:txBody>
      </p:sp>
    </p:spTree>
    <p:extLst>
      <p:ext uri="{BB962C8B-B14F-4D97-AF65-F5344CB8AC3E}">
        <p14:creationId xmlns:p14="http://schemas.microsoft.com/office/powerpoint/2010/main" val="29916780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F2AAA4-1F36-F2CD-61D5-965E96ADFF69}"/>
              </a:ext>
            </a:extLst>
          </p:cNvPr>
          <p:cNvCxnSpPr>
            <a:cxnSpLocks/>
          </p:cNvCxnSpPr>
          <p:nvPr/>
        </p:nvCxnSpPr>
        <p:spPr>
          <a:xfrm>
            <a:off x="185058" y="3996621"/>
            <a:ext cx="12006942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2C5DDB6-1BA1-07AC-BA12-CD8BB9B9FA7B}"/>
              </a:ext>
            </a:extLst>
          </p:cNvPr>
          <p:cNvCxnSpPr>
            <a:cxnSpLocks/>
          </p:cNvCxnSpPr>
          <p:nvPr/>
        </p:nvCxnSpPr>
        <p:spPr>
          <a:xfrm flipV="1">
            <a:off x="7644790" y="3996621"/>
            <a:ext cx="0" cy="283961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F4BC63E-3E56-D516-1ECD-D9C0616799F5}"/>
              </a:ext>
            </a:extLst>
          </p:cNvPr>
          <p:cNvSpPr txBox="1"/>
          <p:nvPr/>
        </p:nvSpPr>
        <p:spPr>
          <a:xfrm>
            <a:off x="2449284" y="2944883"/>
            <a:ext cx="261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7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3072832-B2A3-BF85-5053-01F834E02ED4}"/>
              </a:ext>
            </a:extLst>
          </p:cNvPr>
          <p:cNvGrpSpPr/>
          <p:nvPr/>
        </p:nvGrpSpPr>
        <p:grpSpPr>
          <a:xfrm>
            <a:off x="4001675" y="135410"/>
            <a:ext cx="8190325" cy="596623"/>
            <a:chOff x="1080782" y="52487"/>
            <a:chExt cx="10974066" cy="596623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D49A1E5-3A6A-9403-D041-90BBCF8A460D}"/>
                </a:ext>
              </a:extLst>
            </p:cNvPr>
            <p:cNvSpPr/>
            <p:nvPr/>
          </p:nvSpPr>
          <p:spPr>
            <a:xfrm>
              <a:off x="1080782" y="52487"/>
              <a:ext cx="10849959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RESULTADO PERDAS – (2º Tri/26 + </a:t>
              </a:r>
              <a:r>
                <a:rPr lang="pt-BR" sz="2000" b="1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Acum</a:t>
              </a:r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. 25 x 26)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0CBE8B57-D1D1-CAF1-B9B1-25BB9B84976A}"/>
                </a:ext>
              </a:extLst>
            </p:cNvPr>
            <p:cNvSpPr txBox="1"/>
            <p:nvPr/>
          </p:nvSpPr>
          <p:spPr>
            <a:xfrm>
              <a:off x="9255842" y="64335"/>
              <a:ext cx="27990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i="1" dirty="0">
                  <a:solidFill>
                    <a:schemeClr val="bg2"/>
                  </a:solidFill>
                </a:rPr>
                <a:t>Fonte:</a:t>
              </a:r>
            </a:p>
            <a:p>
              <a:r>
                <a:rPr lang="pt-BR" sz="1600" b="1" i="1" dirty="0">
                  <a:solidFill>
                    <a:schemeClr val="bg2"/>
                  </a:solidFill>
                </a:rPr>
                <a:t>Captados e Perdidos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B50CD6-0D08-BC48-3D02-83AC08B11FC1}"/>
              </a:ext>
            </a:extLst>
          </p:cNvPr>
          <p:cNvSpPr txBox="1"/>
          <p:nvPr/>
        </p:nvSpPr>
        <p:spPr>
          <a:xfrm>
            <a:off x="7859335" y="4168142"/>
            <a:ext cx="355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1D3779"/>
                </a:solidFill>
                <a:latin typeface="+mn-lt"/>
              </a:rPr>
              <a:t>Maior retenção em relação ao mesmo período do ano passado.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A8D87797-0237-8B08-FC63-F11AA2D19C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1706144"/>
              </p:ext>
            </p:extLst>
          </p:nvPr>
        </p:nvGraphicFramePr>
        <p:xfrm>
          <a:off x="160616" y="847068"/>
          <a:ext cx="8180941" cy="31625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Imagem 15">
            <a:extLst>
              <a:ext uri="{FF2B5EF4-FFF2-40B4-BE49-F238E27FC236}">
                <a16:creationId xmlns:a16="http://schemas.microsoft.com/office/drawing/2014/main" id="{8250CA7E-5508-11DF-65CC-CD5483F0F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455" y="1573114"/>
            <a:ext cx="3353099" cy="1710488"/>
          </a:xfrm>
          <a:prstGeom prst="rect">
            <a:avLst/>
          </a:prstGeom>
        </p:spPr>
      </p:pic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3141F8EC-7F6C-41EF-8AB7-DEF3DACD87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750765"/>
              </p:ext>
            </p:extLst>
          </p:nvPr>
        </p:nvGraphicFramePr>
        <p:xfrm>
          <a:off x="185057" y="4009649"/>
          <a:ext cx="7459729" cy="2501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7715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E6358F7-033F-3833-4E4F-734FF0B1232D}"/>
              </a:ext>
            </a:extLst>
          </p:cNvPr>
          <p:cNvCxnSpPr>
            <a:cxnSpLocks/>
          </p:cNvCxnSpPr>
          <p:nvPr/>
        </p:nvCxnSpPr>
        <p:spPr>
          <a:xfrm flipH="1" flipV="1">
            <a:off x="190500" y="5495383"/>
            <a:ext cx="12001500" cy="14475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B4B3DC3-D853-BE4A-CF15-EED77155A76E}"/>
              </a:ext>
            </a:extLst>
          </p:cNvPr>
          <p:cNvGrpSpPr/>
          <p:nvPr/>
        </p:nvGrpSpPr>
        <p:grpSpPr>
          <a:xfrm>
            <a:off x="5892794" y="85217"/>
            <a:ext cx="6016181" cy="603208"/>
            <a:chOff x="5892794" y="85217"/>
            <a:chExt cx="6016181" cy="603208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D49A1E5-3A6A-9403-D041-90BBCF8A460D}"/>
                </a:ext>
              </a:extLst>
            </p:cNvPr>
            <p:cNvSpPr/>
            <p:nvPr/>
          </p:nvSpPr>
          <p:spPr>
            <a:xfrm>
              <a:off x="5892794" y="85217"/>
              <a:ext cx="5927095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NOVOS NEGÓCIOS – (2º Tri/26)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B575034C-1F45-67C8-F56F-79F779587692}"/>
                </a:ext>
              </a:extLst>
            </p:cNvPr>
            <p:cNvSpPr txBox="1"/>
            <p:nvPr/>
          </p:nvSpPr>
          <p:spPr>
            <a:xfrm>
              <a:off x="10082152" y="103650"/>
              <a:ext cx="18268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i="1" dirty="0">
                  <a:solidFill>
                    <a:schemeClr val="bg2"/>
                  </a:solidFill>
                </a:rPr>
                <a:t>Fonte: </a:t>
              </a:r>
            </a:p>
            <a:p>
              <a:r>
                <a:rPr lang="pt-BR" sz="1600" b="1" i="1" dirty="0">
                  <a:solidFill>
                    <a:schemeClr val="bg2"/>
                  </a:solidFill>
                </a:rPr>
                <a:t>BI Novos Negócios</a:t>
              </a:r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C3BC6CDB-169F-41B5-75F9-282170A3A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02" y="775205"/>
            <a:ext cx="9001324" cy="467576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E253843-843B-208A-6A8F-459168739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2084" y="783175"/>
            <a:ext cx="257175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689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2D20-8016-7265-9EB7-917588AA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8D05576E-848C-0B9A-8290-E6076B1FB4BA}"/>
              </a:ext>
            </a:extLst>
          </p:cNvPr>
          <p:cNvGrpSpPr/>
          <p:nvPr/>
        </p:nvGrpSpPr>
        <p:grpSpPr>
          <a:xfrm>
            <a:off x="5892794" y="85217"/>
            <a:ext cx="6016181" cy="603208"/>
            <a:chOff x="5892794" y="85217"/>
            <a:chExt cx="6016181" cy="603208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E790A11F-3933-9743-3139-BC373E76BB59}"/>
                </a:ext>
              </a:extLst>
            </p:cNvPr>
            <p:cNvSpPr/>
            <p:nvPr/>
          </p:nvSpPr>
          <p:spPr>
            <a:xfrm>
              <a:off x="5892794" y="85217"/>
              <a:ext cx="5927095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CONSUMO EXTRA– (2º Tri/26)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F9A4C909-1C87-BE5A-C245-5FE6170D56F9}"/>
                </a:ext>
              </a:extLst>
            </p:cNvPr>
            <p:cNvSpPr txBox="1"/>
            <p:nvPr/>
          </p:nvSpPr>
          <p:spPr>
            <a:xfrm>
              <a:off x="10082152" y="103650"/>
              <a:ext cx="18268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i="1" dirty="0">
                  <a:solidFill>
                    <a:schemeClr val="bg2"/>
                  </a:solidFill>
                </a:rPr>
                <a:t>Fonte: </a:t>
              </a:r>
            </a:p>
            <a:p>
              <a:r>
                <a:rPr lang="pt-BR" sz="1600" b="1" i="1" dirty="0">
                  <a:solidFill>
                    <a:schemeClr val="bg2"/>
                  </a:solidFill>
                </a:rPr>
                <a:t>BI Novos Negócios</a:t>
              </a:r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E1E78BCB-21F7-B437-4C99-E43D72484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608" y="867952"/>
            <a:ext cx="8500899" cy="536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151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1D28139D-D480-3450-396F-1D201165548E}"/>
              </a:ext>
            </a:extLst>
          </p:cNvPr>
          <p:cNvGrpSpPr/>
          <p:nvPr/>
        </p:nvGrpSpPr>
        <p:grpSpPr>
          <a:xfrm>
            <a:off x="6379028" y="64335"/>
            <a:ext cx="5723708" cy="584775"/>
            <a:chOff x="6379028" y="64335"/>
            <a:chExt cx="5723708" cy="584775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0FDA896A-B89C-2891-7588-82F4EC98C391}"/>
                </a:ext>
              </a:extLst>
            </p:cNvPr>
            <p:cNvSpPr/>
            <p:nvPr/>
          </p:nvSpPr>
          <p:spPr>
            <a:xfrm>
              <a:off x="6379028" y="77322"/>
              <a:ext cx="5723708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OCORRÊNCIAS</a:t>
              </a:r>
              <a:endParaRPr lang="pt-BR" sz="2000" dirty="0">
                <a:solidFill>
                  <a:schemeClr val="bg1"/>
                </a:solidFill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24A4560B-0E52-6513-8700-B49862611BF6}"/>
                </a:ext>
              </a:extLst>
            </p:cNvPr>
            <p:cNvSpPr txBox="1"/>
            <p:nvPr/>
          </p:nvSpPr>
          <p:spPr>
            <a:xfrm>
              <a:off x="10700662" y="64335"/>
              <a:ext cx="11429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i="1" dirty="0">
                  <a:solidFill>
                    <a:schemeClr val="bg2"/>
                  </a:solidFill>
                </a:rPr>
                <a:t>Fonte:</a:t>
              </a:r>
            </a:p>
            <a:p>
              <a:r>
                <a:rPr lang="pt-BR" sz="1600" b="1" i="1" dirty="0">
                  <a:solidFill>
                    <a:schemeClr val="bg2"/>
                  </a:solidFill>
                </a:rPr>
                <a:t>Painel </a:t>
              </a:r>
              <a:r>
                <a:rPr lang="pt-BR" sz="1600" b="1" i="1" dirty="0" err="1">
                  <a:solidFill>
                    <a:schemeClr val="bg2"/>
                  </a:solidFill>
                </a:rPr>
                <a:t>BIs</a:t>
              </a:r>
              <a:endParaRPr lang="pt-BR" sz="1600" b="1" i="1" dirty="0">
                <a:solidFill>
                  <a:schemeClr val="bg2"/>
                </a:solidFill>
              </a:endParaRPr>
            </a:p>
          </p:txBody>
        </p:sp>
      </p:grp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25F391B3-9978-A448-A73B-7F13F876EA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0442888"/>
              </p:ext>
            </p:extLst>
          </p:nvPr>
        </p:nvGraphicFramePr>
        <p:xfrm>
          <a:off x="5648724" y="1356948"/>
          <a:ext cx="6118983" cy="4144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36C10D1-56AF-DC1F-D1D9-DB8904A7DC14}"/>
              </a:ext>
            </a:extLst>
          </p:cNvPr>
          <p:cNvSpPr/>
          <p:nvPr/>
        </p:nvSpPr>
        <p:spPr>
          <a:xfrm>
            <a:off x="1681565" y="5101524"/>
            <a:ext cx="2064627" cy="7990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Comodato Inativo</a:t>
            </a:r>
            <a:b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4,52%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3420A1-F2A9-1E7B-CC96-2BC06EBD8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93" y="2216367"/>
            <a:ext cx="5536703" cy="2425265"/>
          </a:xfrm>
          <a:prstGeom prst="rect">
            <a:avLst/>
          </a:prstGeom>
        </p:spPr>
      </p:pic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F05FB047-BFCA-13DB-0AB5-F936AAA06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7649269"/>
              </p:ext>
            </p:extLst>
          </p:nvPr>
        </p:nvGraphicFramePr>
        <p:xfrm>
          <a:off x="5779353" y="1696335"/>
          <a:ext cx="6543275" cy="3405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7864302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BB32110-C6B2-C49B-4AD2-4A3238E43FB0}"/>
              </a:ext>
            </a:extLst>
          </p:cNvPr>
          <p:cNvCxnSpPr>
            <a:cxnSpLocks/>
          </p:cNvCxnSpPr>
          <p:nvPr/>
        </p:nvCxnSpPr>
        <p:spPr>
          <a:xfrm>
            <a:off x="163287" y="5418230"/>
            <a:ext cx="1207225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1473F4-9EBC-7C10-B919-9F8E9752C645}"/>
              </a:ext>
            </a:extLst>
          </p:cNvPr>
          <p:cNvSpPr txBox="1"/>
          <p:nvPr/>
        </p:nvSpPr>
        <p:spPr>
          <a:xfrm>
            <a:off x="2184641" y="4038404"/>
            <a:ext cx="807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1E3879"/>
                </a:solidFill>
              </a:rPr>
              <a:t>Notas: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839F4BE-3FF4-F18C-395A-0D468AAFAC60}"/>
              </a:ext>
            </a:extLst>
          </p:cNvPr>
          <p:cNvSpPr txBox="1"/>
          <p:nvPr/>
        </p:nvSpPr>
        <p:spPr>
          <a:xfrm>
            <a:off x="2016690" y="4516724"/>
            <a:ext cx="5743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1E3879"/>
                </a:solidFill>
              </a:rPr>
              <a:t>Detrator - 1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1E3879"/>
                </a:solidFill>
              </a:rPr>
              <a:t>Promotor - 1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F14989C-B784-7D35-AA44-D8927E90241B}"/>
              </a:ext>
            </a:extLst>
          </p:cNvPr>
          <p:cNvGrpSpPr/>
          <p:nvPr/>
        </p:nvGrpSpPr>
        <p:grpSpPr>
          <a:xfrm>
            <a:off x="8011884" y="117553"/>
            <a:ext cx="4101738" cy="596103"/>
            <a:chOff x="7794170" y="53007"/>
            <a:chExt cx="4101738" cy="596103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0FDA896A-B89C-2891-7588-82F4EC98C391}"/>
                </a:ext>
              </a:extLst>
            </p:cNvPr>
            <p:cNvSpPr/>
            <p:nvPr/>
          </p:nvSpPr>
          <p:spPr>
            <a:xfrm>
              <a:off x="7794170" y="53007"/>
              <a:ext cx="4021909" cy="558800"/>
            </a:xfrm>
            <a:prstGeom prst="roundRect">
              <a:avLst/>
            </a:prstGeom>
            <a:solidFill>
              <a:srgbClr val="1E3879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NPS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 </a:t>
              </a:r>
              <a:r>
                <a:rPr lang="pt-BR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</a:rPr>
                <a:t>– 2º Tri/26 </a:t>
              </a:r>
              <a:endParaRPr lang="pt-BR" sz="1600" dirty="0">
                <a:solidFill>
                  <a:schemeClr val="bg1"/>
                </a:solidFill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03565EF6-DC1E-7A34-D994-08327A4CD3D0}"/>
                </a:ext>
              </a:extLst>
            </p:cNvPr>
            <p:cNvSpPr txBox="1"/>
            <p:nvPr/>
          </p:nvSpPr>
          <p:spPr>
            <a:xfrm>
              <a:off x="10591802" y="64335"/>
              <a:ext cx="13041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i="1" dirty="0">
                  <a:solidFill>
                    <a:schemeClr val="bg2"/>
                  </a:solidFill>
                </a:rPr>
                <a:t>Fonte:</a:t>
              </a:r>
            </a:p>
            <a:p>
              <a:r>
                <a:rPr lang="pt-BR" sz="1600" b="1" i="1" dirty="0" err="1">
                  <a:solidFill>
                    <a:schemeClr val="bg2"/>
                  </a:solidFill>
                </a:rPr>
                <a:t>Tracksales</a:t>
              </a:r>
              <a:endParaRPr lang="pt-BR" sz="1600" b="1" i="1" dirty="0">
                <a:solidFill>
                  <a:schemeClr val="bg2"/>
                </a:solidFill>
              </a:endParaRPr>
            </a:p>
          </p:txBody>
        </p:sp>
      </p:grpSp>
      <p:pic>
        <p:nvPicPr>
          <p:cNvPr id="20" name="Imagem 19">
            <a:extLst>
              <a:ext uri="{FF2B5EF4-FFF2-40B4-BE49-F238E27FC236}">
                <a16:creationId xmlns:a16="http://schemas.microsoft.com/office/drawing/2014/main" id="{6D369599-C844-A7F5-2EED-52C9608E2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165" y="2087645"/>
            <a:ext cx="2974644" cy="1187064"/>
          </a:xfrm>
          <a:prstGeom prst="rect">
            <a:avLst/>
          </a:prstGeo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FA15B8F-E69B-F52F-B7E4-626E58F2D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386965"/>
              </p:ext>
            </p:extLst>
          </p:nvPr>
        </p:nvGraphicFramePr>
        <p:xfrm>
          <a:off x="2294390" y="1756232"/>
          <a:ext cx="4226223" cy="1778100"/>
        </p:xfrm>
        <a:graphic>
          <a:graphicData uri="http://schemas.openxmlformats.org/drawingml/2006/table">
            <a:tbl>
              <a:tblPr/>
              <a:tblGrid>
                <a:gridCol w="982027">
                  <a:extLst>
                    <a:ext uri="{9D8B030D-6E8A-4147-A177-3AD203B41FA5}">
                      <a16:colId xmlns:a16="http://schemas.microsoft.com/office/drawing/2014/main" val="853377653"/>
                    </a:ext>
                  </a:extLst>
                </a:gridCol>
                <a:gridCol w="824201">
                  <a:extLst>
                    <a:ext uri="{9D8B030D-6E8A-4147-A177-3AD203B41FA5}">
                      <a16:colId xmlns:a16="http://schemas.microsoft.com/office/drawing/2014/main" val="4101896811"/>
                    </a:ext>
                  </a:extLst>
                </a:gridCol>
                <a:gridCol w="806665">
                  <a:extLst>
                    <a:ext uri="{9D8B030D-6E8A-4147-A177-3AD203B41FA5}">
                      <a16:colId xmlns:a16="http://schemas.microsoft.com/office/drawing/2014/main" val="422189469"/>
                    </a:ext>
                  </a:extLst>
                </a:gridCol>
                <a:gridCol w="764245">
                  <a:extLst>
                    <a:ext uri="{9D8B030D-6E8A-4147-A177-3AD203B41FA5}">
                      <a16:colId xmlns:a16="http://schemas.microsoft.com/office/drawing/2014/main" val="3380609270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1614662288"/>
                    </a:ext>
                  </a:extLst>
                </a:gridCol>
              </a:tblGrid>
              <a:tr h="3940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Detrator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Neutro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Promotor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288984"/>
                  </a:ext>
                </a:extLst>
              </a:tr>
              <a:tr h="3222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Pós-Vendas  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82543"/>
                  </a:ext>
                </a:extLst>
              </a:tr>
              <a:tr h="2215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Comercial 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676695"/>
                  </a:ext>
                </a:extLst>
              </a:tr>
              <a:tr h="2215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Empresa 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50687"/>
                  </a:ext>
                </a:extLst>
              </a:tr>
              <a:tr h="2215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Instalação 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920717"/>
                  </a:ext>
                </a:extLst>
              </a:tr>
              <a:tr h="2215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Logitica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032832"/>
                  </a:ext>
                </a:extLst>
              </a:tr>
            </a:tbl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AD933EC-2098-EBFF-7A08-68A990C09F74}"/>
              </a:ext>
            </a:extLst>
          </p:cNvPr>
          <p:cNvSpPr/>
          <p:nvPr/>
        </p:nvSpPr>
        <p:spPr>
          <a:xfrm>
            <a:off x="8011884" y="4008209"/>
            <a:ext cx="2064627" cy="7990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Nota NPS</a:t>
            </a:r>
          </a:p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0 %</a:t>
            </a:r>
          </a:p>
        </p:txBody>
      </p:sp>
    </p:spTree>
    <p:extLst>
      <p:ext uri="{BB962C8B-B14F-4D97-AF65-F5344CB8AC3E}">
        <p14:creationId xmlns:p14="http://schemas.microsoft.com/office/powerpoint/2010/main" val="421366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27278-88AF-0BFA-7E8B-0C1E1E4C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C5F1E2E-FEE9-7B44-2389-E738C1E3B1F0}"/>
              </a:ext>
            </a:extLst>
          </p:cNvPr>
          <p:cNvSpPr/>
          <p:nvPr/>
        </p:nvSpPr>
        <p:spPr>
          <a:xfrm>
            <a:off x="5040086" y="70763"/>
            <a:ext cx="7026365" cy="558800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NOSSO DIA A DIA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C2924D8-4261-60A6-1DD6-CBFE89C477E0}"/>
              </a:ext>
            </a:extLst>
          </p:cNvPr>
          <p:cNvSpPr/>
          <p:nvPr/>
        </p:nvSpPr>
        <p:spPr>
          <a:xfrm>
            <a:off x="3814665" y="3029473"/>
            <a:ext cx="4562669" cy="79905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https://visitatransferencia.streamlit.app/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9329552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A1FB78-16A9-D52A-0729-637DDF369AB5}"/>
              </a:ext>
            </a:extLst>
          </p:cNvPr>
          <p:cNvSpPr txBox="1"/>
          <p:nvPr/>
        </p:nvSpPr>
        <p:spPr>
          <a:xfrm>
            <a:off x="515612" y="4858347"/>
            <a:ext cx="11160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Obrigado!!!</a:t>
            </a:r>
          </a:p>
        </p:txBody>
      </p:sp>
    </p:spTree>
    <p:extLst>
      <p:ext uri="{BB962C8B-B14F-4D97-AF65-F5344CB8AC3E}">
        <p14:creationId xmlns:p14="http://schemas.microsoft.com/office/powerpoint/2010/main" val="14225035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8_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0_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ab75da-6ad5-4a1d-b54b-301e7c118d3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2A748034865446815F0BDE447F19A6" ma:contentTypeVersion="11" ma:contentTypeDescription="Create a new document." ma:contentTypeScope="" ma:versionID="95fed2db39fa2856e4bfeae9f490d9a4">
  <xsd:schema xmlns:xsd="http://www.w3.org/2001/XMLSchema" xmlns:xs="http://www.w3.org/2001/XMLSchema" xmlns:p="http://schemas.microsoft.com/office/2006/metadata/properties" xmlns:ns3="e5ab75da-6ad5-4a1d-b54b-301e7c118d3b" xmlns:ns4="138de778-4cb2-46fa-8677-55534a7353a9" targetNamespace="http://schemas.microsoft.com/office/2006/metadata/properties" ma:root="true" ma:fieldsID="1b6672facb831695e8f7ff88905b0774" ns3:_="" ns4:_="">
    <xsd:import namespace="e5ab75da-6ad5-4a1d-b54b-301e7c118d3b"/>
    <xsd:import namespace="138de778-4cb2-46fa-8677-55534a7353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b75da-6ad5-4a1d-b54b-301e7c118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8de778-4cb2-46fa-8677-55534a7353a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41B7FF-4DC0-4FCD-B367-8F29156CF60D}">
  <ds:schemaRefs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e5ab75da-6ad5-4a1d-b54b-301e7c118d3b"/>
    <ds:schemaRef ds:uri="http://schemas.openxmlformats.org/package/2006/metadata/core-properties"/>
    <ds:schemaRef ds:uri="138de778-4cb2-46fa-8677-55534a7353a9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FDD2396-3F7E-499A-B2A9-A2D90EE496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9B58DC-5C77-41D1-B0C8-14F1FAC86D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ab75da-6ad5-4a1d-b54b-301e7c118d3b"/>
    <ds:schemaRef ds:uri="138de778-4cb2-46fa-8677-55534a7353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Consigaz</Template>
  <TotalTime>50431</TotalTime>
  <Words>384</Words>
  <Application>Microsoft Office PowerPoint</Application>
  <PresentationFormat>Widescreen</PresentationFormat>
  <Paragraphs>113</Paragraphs>
  <Slides>12</Slides>
  <Notes>11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Century Gothic</vt:lpstr>
      <vt:lpstr>Roboto</vt:lpstr>
      <vt:lpstr>Wingdings</vt:lpstr>
      <vt:lpstr>Personalizar design</vt:lpstr>
      <vt:lpstr>8_Tema do Office</vt:lpstr>
      <vt:lpstr>10_Tema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William Cordeiro da Silva</dc:creator>
  <cp:lastModifiedBy>Rodrigo Ferreira de Carvalho</cp:lastModifiedBy>
  <cp:revision>611</cp:revision>
  <cp:lastPrinted>2024-02-20T12:02:46Z</cp:lastPrinted>
  <dcterms:created xsi:type="dcterms:W3CDTF">2021-02-10T18:57:16Z</dcterms:created>
  <dcterms:modified xsi:type="dcterms:W3CDTF">2026-08-25T11:20:11Z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0x0101002A2A748034865446815F0BDE447F19A6</vt:lpwstr>
  </property>
</Properties>
</file>